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Raleway ExtraBold"/>
      <p:bold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Montserrat Black"/>
      <p:bold r:id="rId32"/>
      <p:boldItalic r:id="rId33"/>
    </p:embeddedFont>
    <p:embeddedFont>
      <p:font typeface="Bebas Neue"/>
      <p:regular r:id="rId34"/>
    </p:embeddedFont>
    <p:embeddedFont>
      <p:font typeface="Montserrat Medium"/>
      <p:regular r:id="rId35"/>
      <p:bold r:id="rId36"/>
      <p:italic r:id="rId37"/>
      <p:boldItalic r:id="rId38"/>
    </p:embeddedFont>
    <p:embeddedFont>
      <p:font typeface="Raleway Black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AE2A34-1B7B-42CB-84D5-41CFAEEB4890}">
  <a:tblStyle styleId="{78AE2A34-1B7B-42CB-84D5-41CFAEEB48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Black-boldItalic.fntdata"/><Relationship Id="rId20" Type="http://schemas.openxmlformats.org/officeDocument/2006/relationships/slide" Target="slides/slide14.xml"/><Relationship Id="rId22" Type="http://schemas.openxmlformats.org/officeDocument/2006/relationships/font" Target="fonts/Raleway-regular.fntdata"/><Relationship Id="rId21" Type="http://schemas.openxmlformats.org/officeDocument/2006/relationships/slide" Target="slides/slide15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ExtraBold-bold.fntdata"/><Relationship Id="rId25" Type="http://schemas.openxmlformats.org/officeDocument/2006/relationships/font" Target="fonts/Raleway-boldItalic.fntdata"/><Relationship Id="rId28" Type="http://schemas.openxmlformats.org/officeDocument/2006/relationships/font" Target="fonts/Montserrat-regular.fntdata"/><Relationship Id="rId27" Type="http://schemas.openxmlformats.org/officeDocument/2006/relationships/font" Target="fonts/RalewayExtra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Black-bold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Black-bold.fntdata"/><Relationship Id="rId13" Type="http://schemas.openxmlformats.org/officeDocument/2006/relationships/slide" Target="slides/slide7.xml"/><Relationship Id="rId35" Type="http://schemas.openxmlformats.org/officeDocument/2006/relationships/font" Target="fonts/MontserratMedium-regular.fntdata"/><Relationship Id="rId12" Type="http://schemas.openxmlformats.org/officeDocument/2006/relationships/slide" Target="slides/slide6.xml"/><Relationship Id="rId34" Type="http://schemas.openxmlformats.org/officeDocument/2006/relationships/font" Target="fonts/BebasNeue-regular.fntdata"/><Relationship Id="rId15" Type="http://schemas.openxmlformats.org/officeDocument/2006/relationships/slide" Target="slides/slide9.xml"/><Relationship Id="rId37" Type="http://schemas.openxmlformats.org/officeDocument/2006/relationships/font" Target="fonts/MontserratMedium-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Medium-bold.fntdata"/><Relationship Id="rId17" Type="http://schemas.openxmlformats.org/officeDocument/2006/relationships/slide" Target="slides/slide11.xml"/><Relationship Id="rId39" Type="http://schemas.openxmlformats.org/officeDocument/2006/relationships/font" Target="fonts/RalewayBlack-bold.fntdata"/><Relationship Id="rId16" Type="http://schemas.openxmlformats.org/officeDocument/2006/relationships/slide" Target="slides/slide10.xml"/><Relationship Id="rId38" Type="http://schemas.openxmlformats.org/officeDocument/2006/relationships/font" Target="fonts/Montserrat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4035795cc3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4035795cc3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370f6a9a13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370f6a9a13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10fb8bc67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10fb8bc67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1125d80b419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1125d80b419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1125d80b41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1125d80b41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ff18b49f31_1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ff18b49f31_1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370f6a9a13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g370f6a9a13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370f6a9a135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370f6a9a13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25d80b41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25d80b41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370f6a9a13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370f6a9a13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370f6a9a13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370f6a9a13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370f6a9a13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370f6a9a13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70f6a9a135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370f6a9a135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370f6a9a13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370f6a9a13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1125d80b419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1125d80b419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5225" y="604100"/>
            <a:ext cx="4518600" cy="3139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b="0" sz="5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5100" y="3633175"/>
            <a:ext cx="4518600" cy="4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505850" y="-9175"/>
            <a:ext cx="0" cy="516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2"/>
          <p:cNvSpPr/>
          <p:nvPr/>
        </p:nvSpPr>
        <p:spPr>
          <a:xfrm>
            <a:off x="375950" y="0"/>
            <a:ext cx="259800" cy="35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59225" y="2141689"/>
            <a:ext cx="4360200" cy="9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b="0" sz="5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859225" y="1101800"/>
            <a:ext cx="1501500" cy="1076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0" sz="5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6" name="Google Shape;16;p3"/>
          <p:cNvGrpSpPr/>
          <p:nvPr/>
        </p:nvGrpSpPr>
        <p:grpSpPr>
          <a:xfrm>
            <a:off x="375950" y="-9175"/>
            <a:ext cx="259800" cy="5165400"/>
            <a:chOff x="375950" y="-9175"/>
            <a:chExt cx="259800" cy="5165400"/>
          </a:xfrm>
        </p:grpSpPr>
        <p:cxnSp>
          <p:nvCxnSpPr>
            <p:cNvPr id="17" name="Google Shape;17;p3"/>
            <p:cNvCxnSpPr/>
            <p:nvPr/>
          </p:nvCxnSpPr>
          <p:spPr>
            <a:xfrm>
              <a:off x="505850" y="-9175"/>
              <a:ext cx="0" cy="516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" name="Google Shape;18;p3"/>
            <p:cNvSpPr/>
            <p:nvPr/>
          </p:nvSpPr>
          <p:spPr>
            <a:xfrm>
              <a:off x="375950" y="0"/>
              <a:ext cx="259800" cy="288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20000" y="1017725"/>
            <a:ext cx="77040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2" name="Google Shape;22;p4"/>
          <p:cNvGrpSpPr/>
          <p:nvPr/>
        </p:nvGrpSpPr>
        <p:grpSpPr>
          <a:xfrm>
            <a:off x="8253109" y="563123"/>
            <a:ext cx="1416256" cy="652339"/>
            <a:chOff x="8259609" y="727348"/>
            <a:chExt cx="1416256" cy="652339"/>
          </a:xfrm>
        </p:grpSpPr>
        <p:sp>
          <p:nvSpPr>
            <p:cNvPr id="23" name="Google Shape;23;p4"/>
            <p:cNvSpPr/>
            <p:nvPr/>
          </p:nvSpPr>
          <p:spPr>
            <a:xfrm>
              <a:off x="8259609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869787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4"/>
          <p:cNvGrpSpPr/>
          <p:nvPr/>
        </p:nvGrpSpPr>
        <p:grpSpPr>
          <a:xfrm>
            <a:off x="7406032" y="3765300"/>
            <a:ext cx="1899385" cy="2709266"/>
            <a:chOff x="7406032" y="3765300"/>
            <a:chExt cx="1899385" cy="2709266"/>
          </a:xfrm>
        </p:grpSpPr>
        <p:sp>
          <p:nvSpPr>
            <p:cNvPr id="26" name="Google Shape;26;p4"/>
            <p:cNvSpPr/>
            <p:nvPr/>
          </p:nvSpPr>
          <p:spPr>
            <a:xfrm>
              <a:off x="8532661" y="376530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" name="Google Shape;27;p4"/>
            <p:cNvGrpSpPr/>
            <p:nvPr/>
          </p:nvGrpSpPr>
          <p:grpSpPr>
            <a:xfrm>
              <a:off x="7406032" y="4900355"/>
              <a:ext cx="943279" cy="769683"/>
              <a:chOff x="6073689" y="3577056"/>
              <a:chExt cx="1265807" cy="1032855"/>
            </a:xfrm>
          </p:grpSpPr>
          <p:sp>
            <p:nvSpPr>
              <p:cNvPr id="28" name="Google Shape;28;p4"/>
              <p:cNvSpPr/>
              <p:nvPr/>
            </p:nvSpPr>
            <p:spPr>
              <a:xfrm>
                <a:off x="6073689" y="3695000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4"/>
            <p:cNvGrpSpPr/>
            <p:nvPr/>
          </p:nvGrpSpPr>
          <p:grpSpPr>
            <a:xfrm>
              <a:off x="8141832" y="4466220"/>
              <a:ext cx="1163585" cy="2008346"/>
              <a:chOff x="4537475" y="1366675"/>
              <a:chExt cx="1878265" cy="3241882"/>
            </a:xfrm>
          </p:grpSpPr>
          <p:sp>
            <p:nvSpPr>
              <p:cNvPr id="31" name="Google Shape;31;p4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70" name="Google Shape;70;p4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4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>
            <p:ph idx="1" type="subTitle"/>
          </p:nvPr>
        </p:nvSpPr>
        <p:spPr>
          <a:xfrm>
            <a:off x="1379505" y="2282000"/>
            <a:ext cx="3076500" cy="5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" name="Google Shape;74;p5"/>
          <p:cNvSpPr txBox="1"/>
          <p:nvPr>
            <p:ph idx="2" type="subTitle"/>
          </p:nvPr>
        </p:nvSpPr>
        <p:spPr>
          <a:xfrm>
            <a:off x="4688009" y="2282000"/>
            <a:ext cx="3076500" cy="5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" name="Google Shape;75;p5"/>
          <p:cNvSpPr txBox="1"/>
          <p:nvPr>
            <p:ph idx="3" type="subTitle"/>
          </p:nvPr>
        </p:nvSpPr>
        <p:spPr>
          <a:xfrm>
            <a:off x="1379491" y="2705100"/>
            <a:ext cx="3076500" cy="13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5"/>
          <p:cNvSpPr txBox="1"/>
          <p:nvPr>
            <p:ph idx="4" type="subTitle"/>
          </p:nvPr>
        </p:nvSpPr>
        <p:spPr>
          <a:xfrm>
            <a:off x="4687993" y="2705100"/>
            <a:ext cx="3076500" cy="13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8" name="Google Shape;78;p5"/>
          <p:cNvGrpSpPr/>
          <p:nvPr/>
        </p:nvGrpSpPr>
        <p:grpSpPr>
          <a:xfrm>
            <a:off x="-744468" y="3806200"/>
            <a:ext cx="3216869" cy="2913841"/>
            <a:chOff x="-744468" y="3806200"/>
            <a:chExt cx="3216869" cy="2913841"/>
          </a:xfrm>
        </p:grpSpPr>
        <p:grpSp>
          <p:nvGrpSpPr>
            <p:cNvPr id="79" name="Google Shape;79;p5"/>
            <p:cNvGrpSpPr/>
            <p:nvPr/>
          </p:nvGrpSpPr>
          <p:grpSpPr>
            <a:xfrm flipH="1">
              <a:off x="-744468" y="4711695"/>
              <a:ext cx="1163585" cy="2008346"/>
              <a:chOff x="4537475" y="1366675"/>
              <a:chExt cx="1878265" cy="3241882"/>
            </a:xfrm>
          </p:grpSpPr>
          <p:sp>
            <p:nvSpPr>
              <p:cNvPr id="80" name="Google Shape;80;p5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5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5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5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9" name="Google Shape;119;p5"/>
            <p:cNvSpPr/>
            <p:nvPr/>
          </p:nvSpPr>
          <p:spPr>
            <a:xfrm flipH="1">
              <a:off x="533121" y="380620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" name="Google Shape;120;p5"/>
            <p:cNvGrpSpPr/>
            <p:nvPr/>
          </p:nvGrpSpPr>
          <p:grpSpPr>
            <a:xfrm flipH="1">
              <a:off x="255482" y="4507120"/>
              <a:ext cx="1163585" cy="2008346"/>
              <a:chOff x="4537475" y="1366675"/>
              <a:chExt cx="1878265" cy="3241882"/>
            </a:xfrm>
          </p:grpSpPr>
          <p:sp>
            <p:nvSpPr>
              <p:cNvPr id="121" name="Google Shape;121;p5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5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5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" name="Google Shape;160;p5"/>
            <p:cNvGrpSpPr/>
            <p:nvPr/>
          </p:nvGrpSpPr>
          <p:grpSpPr>
            <a:xfrm>
              <a:off x="1159938" y="4608494"/>
              <a:ext cx="1312462" cy="976771"/>
              <a:chOff x="5951675" y="3577056"/>
              <a:chExt cx="1387821" cy="1032855"/>
            </a:xfrm>
          </p:grpSpPr>
          <p:sp>
            <p:nvSpPr>
              <p:cNvPr id="161" name="Google Shape;161;p5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3" name="Google Shape;163;p5"/>
          <p:cNvGrpSpPr/>
          <p:nvPr/>
        </p:nvGrpSpPr>
        <p:grpSpPr>
          <a:xfrm>
            <a:off x="7855859" y="820123"/>
            <a:ext cx="1416256" cy="652339"/>
            <a:chOff x="8259609" y="727348"/>
            <a:chExt cx="1416256" cy="652339"/>
          </a:xfrm>
        </p:grpSpPr>
        <p:sp>
          <p:nvSpPr>
            <p:cNvPr id="164" name="Google Shape;164;p5"/>
            <p:cNvSpPr/>
            <p:nvPr/>
          </p:nvSpPr>
          <p:spPr>
            <a:xfrm>
              <a:off x="8259609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69787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8" name="Google Shape;168;p6"/>
          <p:cNvGrpSpPr/>
          <p:nvPr/>
        </p:nvGrpSpPr>
        <p:grpSpPr>
          <a:xfrm>
            <a:off x="-241074" y="817073"/>
            <a:ext cx="1072567" cy="683214"/>
            <a:chOff x="8353776" y="696473"/>
            <a:chExt cx="1072567" cy="683214"/>
          </a:xfrm>
        </p:grpSpPr>
        <p:sp>
          <p:nvSpPr>
            <p:cNvPr id="169" name="Google Shape;169;p6"/>
            <p:cNvSpPr/>
            <p:nvPr/>
          </p:nvSpPr>
          <p:spPr>
            <a:xfrm>
              <a:off x="8824284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8353776" y="696473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" name="Google Shape;171;p6"/>
          <p:cNvGrpSpPr/>
          <p:nvPr/>
        </p:nvGrpSpPr>
        <p:grpSpPr>
          <a:xfrm>
            <a:off x="7001072" y="3676475"/>
            <a:ext cx="2275289" cy="2787708"/>
            <a:chOff x="7001072" y="3676475"/>
            <a:chExt cx="2275289" cy="2787708"/>
          </a:xfrm>
        </p:grpSpPr>
        <p:grpSp>
          <p:nvGrpSpPr>
            <p:cNvPr id="172" name="Google Shape;172;p6"/>
            <p:cNvGrpSpPr/>
            <p:nvPr/>
          </p:nvGrpSpPr>
          <p:grpSpPr>
            <a:xfrm>
              <a:off x="8137597" y="4364955"/>
              <a:ext cx="1138764" cy="1855677"/>
              <a:chOff x="525125" y="1486050"/>
              <a:chExt cx="2124163" cy="3461439"/>
            </a:xfrm>
          </p:grpSpPr>
          <p:sp>
            <p:nvSpPr>
              <p:cNvPr id="173" name="Google Shape;173;p6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6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6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6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6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6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6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6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6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6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6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6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6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6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6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6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6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6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6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6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6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6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6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6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6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6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7" name="Google Shape;207;p6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08" name="Google Shape;208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" name="Google Shape;209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0" name="Google Shape;210;p6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11" name="Google Shape;211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" name="Google Shape;212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13" name="Google Shape;213;p6"/>
            <p:cNvGrpSpPr/>
            <p:nvPr/>
          </p:nvGrpSpPr>
          <p:grpSpPr>
            <a:xfrm>
              <a:off x="7001072" y="4608505"/>
              <a:ext cx="1138764" cy="1855677"/>
              <a:chOff x="525125" y="1486050"/>
              <a:chExt cx="2124163" cy="3461439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6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8" name="Google Shape;248;p6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49" name="Google Shape;249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" name="Google Shape;250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1" name="Google Shape;251;p6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52" name="Google Shape;252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" name="Google Shape;253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54" name="Google Shape;254;p6"/>
            <p:cNvSpPr/>
            <p:nvPr/>
          </p:nvSpPr>
          <p:spPr>
            <a:xfrm>
              <a:off x="8524998" y="367647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5" name="Google Shape;255;p6"/>
            <p:cNvGrpSpPr/>
            <p:nvPr/>
          </p:nvGrpSpPr>
          <p:grpSpPr>
            <a:xfrm>
              <a:off x="7608751" y="4778240"/>
              <a:ext cx="916239" cy="681891"/>
              <a:chOff x="5951675" y="3577056"/>
              <a:chExt cx="1387821" cy="1032855"/>
            </a:xfrm>
          </p:grpSpPr>
          <p:sp>
            <p:nvSpPr>
              <p:cNvPr id="256" name="Google Shape;256;p6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258" name="Google Shape;258;p6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6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 txBox="1"/>
          <p:nvPr>
            <p:ph type="title"/>
          </p:nvPr>
        </p:nvSpPr>
        <p:spPr>
          <a:xfrm>
            <a:off x="720000" y="445025"/>
            <a:ext cx="306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2" name="Google Shape;262;p7"/>
          <p:cNvSpPr txBox="1"/>
          <p:nvPr>
            <p:ph idx="1" type="body"/>
          </p:nvPr>
        </p:nvSpPr>
        <p:spPr>
          <a:xfrm>
            <a:off x="720000" y="1198425"/>
            <a:ext cx="3065400" cy="18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7"/>
          <p:cNvSpPr/>
          <p:nvPr>
            <p:ph idx="2" type="pic"/>
          </p:nvPr>
        </p:nvSpPr>
        <p:spPr>
          <a:xfrm>
            <a:off x="4494131" y="535000"/>
            <a:ext cx="4088100" cy="422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264" name="Google Shape;264;p7"/>
          <p:cNvCxnSpPr/>
          <p:nvPr/>
        </p:nvCxnSpPr>
        <p:spPr>
          <a:xfrm>
            <a:off x="0" y="337575"/>
            <a:ext cx="913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7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66" name="Google Shape;266;p7"/>
          <p:cNvGrpSpPr/>
          <p:nvPr/>
        </p:nvGrpSpPr>
        <p:grpSpPr>
          <a:xfrm>
            <a:off x="-896170" y="3839612"/>
            <a:ext cx="3428401" cy="2132471"/>
            <a:chOff x="-896170" y="3839612"/>
            <a:chExt cx="3428401" cy="2132471"/>
          </a:xfrm>
        </p:grpSpPr>
        <p:sp>
          <p:nvSpPr>
            <p:cNvPr id="267" name="Google Shape;267;p7"/>
            <p:cNvSpPr/>
            <p:nvPr/>
          </p:nvSpPr>
          <p:spPr>
            <a:xfrm>
              <a:off x="311998" y="3839612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8" name="Google Shape;268;p7"/>
            <p:cNvGrpSpPr/>
            <p:nvPr/>
          </p:nvGrpSpPr>
          <p:grpSpPr>
            <a:xfrm flipH="1">
              <a:off x="-896170" y="4452655"/>
              <a:ext cx="3428401" cy="1519428"/>
              <a:chOff x="4474564" y="2530088"/>
              <a:chExt cx="5361064" cy="2375962"/>
            </a:xfrm>
          </p:grpSpPr>
          <p:sp>
            <p:nvSpPr>
              <p:cNvPr id="269" name="Google Shape;269;p7"/>
              <p:cNvSpPr/>
              <p:nvPr/>
            </p:nvSpPr>
            <p:spPr>
              <a:xfrm flipH="1">
                <a:off x="4474564" y="4281351"/>
                <a:ext cx="1187836" cy="615367"/>
              </a:xfrm>
              <a:custGeom>
                <a:rect b="b" l="l" r="r" t="t"/>
                <a:pathLst>
                  <a:path extrusionOk="0" h="25579" w="49380">
                    <a:moveTo>
                      <a:pt x="0" y="28"/>
                    </a:moveTo>
                    <a:lnTo>
                      <a:pt x="0" y="25579"/>
                    </a:lnTo>
                    <a:lnTo>
                      <a:pt x="49379" y="25579"/>
                    </a:lnTo>
                    <a:cubicBezTo>
                      <a:pt x="45335" y="20480"/>
                      <a:pt x="38801" y="18019"/>
                      <a:pt x="32380" y="18757"/>
                    </a:cubicBezTo>
                    <a:cubicBezTo>
                      <a:pt x="32029" y="17315"/>
                      <a:pt x="31473" y="15909"/>
                      <a:pt x="30622" y="14594"/>
                    </a:cubicBezTo>
                    <a:cubicBezTo>
                      <a:pt x="27021" y="8876"/>
                      <a:pt x="19812" y="6506"/>
                      <a:pt x="13335" y="8468"/>
                    </a:cubicBezTo>
                    <a:cubicBezTo>
                      <a:pt x="13068" y="7265"/>
                      <a:pt x="12632" y="6098"/>
                      <a:pt x="11928" y="4979"/>
                    </a:cubicBezTo>
                    <a:cubicBezTo>
                      <a:pt x="10226" y="2286"/>
                      <a:pt x="7441" y="556"/>
                      <a:pt x="4424" y="0"/>
                    </a:cubicBezTo>
                    <a:lnTo>
                      <a:pt x="120" y="0"/>
                    </a:lnTo>
                    <a:cubicBezTo>
                      <a:pt x="92" y="0"/>
                      <a:pt x="29" y="28"/>
                      <a:pt x="0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70" name="Google Shape;270;p7"/>
              <p:cNvGrpSpPr/>
              <p:nvPr/>
            </p:nvGrpSpPr>
            <p:grpSpPr>
              <a:xfrm>
                <a:off x="5402544" y="2530088"/>
                <a:ext cx="4433084" cy="2375962"/>
                <a:chOff x="1026675" y="788651"/>
                <a:chExt cx="7158218" cy="3836529"/>
              </a:xfrm>
            </p:grpSpPr>
            <p:sp>
              <p:nvSpPr>
                <p:cNvPr id="271" name="Google Shape;271;p7"/>
                <p:cNvSpPr/>
                <p:nvPr/>
              </p:nvSpPr>
              <p:spPr>
                <a:xfrm>
                  <a:off x="1124290" y="3308744"/>
                  <a:ext cx="1251454" cy="1299728"/>
                </a:xfrm>
                <a:custGeom>
                  <a:rect b="b" l="l" r="r" t="t"/>
                  <a:pathLst>
                    <a:path extrusionOk="0" h="10958" w="10551">
                      <a:moveTo>
                        <a:pt x="1" y="1"/>
                      </a:moveTo>
                      <a:lnTo>
                        <a:pt x="1" y="10958"/>
                      </a:lnTo>
                      <a:lnTo>
                        <a:pt x="10550" y="10958"/>
                      </a:lnTo>
                      <a:lnTo>
                        <a:pt x="105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7"/>
                <p:cNvSpPr/>
                <p:nvPr/>
              </p:nvSpPr>
              <p:spPr>
                <a:xfrm>
                  <a:off x="1026675" y="2533751"/>
                  <a:ext cx="1317283" cy="775116"/>
                </a:xfrm>
                <a:custGeom>
                  <a:rect b="b" l="l" r="r" t="t"/>
                  <a:pathLst>
                    <a:path extrusionOk="0" h="6535" w="11106">
                      <a:moveTo>
                        <a:pt x="11106" y="1"/>
                      </a:moveTo>
                      <a:lnTo>
                        <a:pt x="1" y="5684"/>
                      </a:lnTo>
                      <a:lnTo>
                        <a:pt x="1" y="6535"/>
                      </a:lnTo>
                      <a:lnTo>
                        <a:pt x="11106" y="653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7"/>
                <p:cNvSpPr/>
                <p:nvPr/>
              </p:nvSpPr>
              <p:spPr>
                <a:xfrm>
                  <a:off x="1408833" y="3690785"/>
                  <a:ext cx="719963" cy="521528"/>
                </a:xfrm>
                <a:custGeom>
                  <a:rect b="b" l="l" r="r" t="t"/>
                  <a:pathLst>
                    <a:path extrusionOk="0" h="4397" w="6070">
                      <a:moveTo>
                        <a:pt x="0" y="4396"/>
                      </a:moveTo>
                      <a:lnTo>
                        <a:pt x="6069" y="4396"/>
                      </a:lnTo>
                      <a:lnTo>
                        <a:pt x="6069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7"/>
                <p:cNvSpPr/>
                <p:nvPr/>
              </p:nvSpPr>
              <p:spPr>
                <a:xfrm>
                  <a:off x="1457937" y="3690785"/>
                  <a:ext cx="670858" cy="521528"/>
                </a:xfrm>
                <a:custGeom>
                  <a:rect b="b" l="l" r="r" t="t"/>
                  <a:pathLst>
                    <a:path extrusionOk="0" h="4397" w="5656">
                      <a:moveTo>
                        <a:pt x="1" y="4396"/>
                      </a:moveTo>
                      <a:lnTo>
                        <a:pt x="5655" y="4396"/>
                      </a:lnTo>
                      <a:lnTo>
                        <a:pt x="565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7"/>
                <p:cNvSpPr/>
                <p:nvPr/>
              </p:nvSpPr>
              <p:spPr>
                <a:xfrm>
                  <a:off x="1457937" y="3690785"/>
                  <a:ext cx="34397" cy="521528"/>
                </a:xfrm>
                <a:custGeom>
                  <a:rect b="b" l="l" r="r" t="t"/>
                  <a:pathLst>
                    <a:path extrusionOk="0" h="4397" w="290">
                      <a:moveTo>
                        <a:pt x="1" y="4396"/>
                      </a:moveTo>
                      <a:lnTo>
                        <a:pt x="289" y="4396"/>
                      </a:lnTo>
                      <a:lnTo>
                        <a:pt x="289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6" name="Google Shape;276;p7"/>
                <p:cNvSpPr/>
                <p:nvPr/>
              </p:nvSpPr>
              <p:spPr>
                <a:xfrm>
                  <a:off x="1457937" y="3934409"/>
                  <a:ext cx="670858" cy="30957"/>
                </a:xfrm>
                <a:custGeom>
                  <a:rect b="b" l="l" r="r" t="t"/>
                  <a:pathLst>
                    <a:path extrusionOk="0" h="261" w="5656">
                      <a:moveTo>
                        <a:pt x="1" y="260"/>
                      </a:moveTo>
                      <a:lnTo>
                        <a:pt x="5655" y="260"/>
                      </a:lnTo>
                      <a:lnTo>
                        <a:pt x="5655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1777469" y="3690785"/>
                  <a:ext cx="31787" cy="521528"/>
                </a:xfrm>
                <a:custGeom>
                  <a:rect b="b" l="l" r="r" t="t"/>
                  <a:pathLst>
                    <a:path extrusionOk="0" h="4397" w="268">
                      <a:moveTo>
                        <a:pt x="268" y="4396"/>
                      </a:moveTo>
                      <a:lnTo>
                        <a:pt x="268" y="1"/>
                      </a:lnTo>
                      <a:lnTo>
                        <a:pt x="1" y="1"/>
                      </a:lnTo>
                      <a:lnTo>
                        <a:pt x="1" y="43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7"/>
                <p:cNvSpPr/>
                <p:nvPr/>
              </p:nvSpPr>
              <p:spPr>
                <a:xfrm>
                  <a:off x="1864291" y="3754241"/>
                  <a:ext cx="121812" cy="131894"/>
                </a:xfrm>
                <a:custGeom>
                  <a:rect b="b" l="l" r="r" t="t"/>
                  <a:pathLst>
                    <a:path extrusionOk="0" h="1112" w="1027">
                      <a:moveTo>
                        <a:pt x="914" y="0"/>
                      </a:moveTo>
                      <a:cubicBezTo>
                        <a:pt x="895" y="0"/>
                        <a:pt x="879" y="7"/>
                        <a:pt x="879" y="21"/>
                      </a:cubicBezTo>
                      <a:lnTo>
                        <a:pt x="28" y="964"/>
                      </a:lnTo>
                      <a:cubicBezTo>
                        <a:pt x="0" y="992"/>
                        <a:pt x="0" y="1048"/>
                        <a:pt x="28" y="1076"/>
                      </a:cubicBezTo>
                      <a:cubicBezTo>
                        <a:pt x="63" y="1111"/>
                        <a:pt x="63" y="1111"/>
                        <a:pt x="91" y="1111"/>
                      </a:cubicBezTo>
                      <a:cubicBezTo>
                        <a:pt x="120" y="1111"/>
                        <a:pt x="148" y="1076"/>
                        <a:pt x="148" y="1076"/>
                      </a:cubicBezTo>
                      <a:lnTo>
                        <a:pt x="999" y="141"/>
                      </a:lnTo>
                      <a:cubicBezTo>
                        <a:pt x="1027" y="113"/>
                        <a:pt x="999" y="56"/>
                        <a:pt x="971" y="21"/>
                      </a:cubicBezTo>
                      <a:cubicBezTo>
                        <a:pt x="957" y="7"/>
                        <a:pt x="934" y="0"/>
                        <a:pt x="914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" name="Google Shape;279;p7"/>
                <p:cNvSpPr/>
                <p:nvPr/>
              </p:nvSpPr>
              <p:spPr>
                <a:xfrm>
                  <a:off x="1947673" y="3747481"/>
                  <a:ext cx="121931" cy="131183"/>
                </a:xfrm>
                <a:custGeom>
                  <a:rect b="b" l="l" r="r" t="t"/>
                  <a:pathLst>
                    <a:path extrusionOk="0" h="1106" w="1028">
                      <a:moveTo>
                        <a:pt x="939" y="1"/>
                      </a:moveTo>
                      <a:cubicBezTo>
                        <a:pt x="916" y="1"/>
                        <a:pt x="894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1021"/>
                        <a:pt x="28" y="1049"/>
                        <a:pt x="64" y="1077"/>
                      </a:cubicBezTo>
                      <a:cubicBezTo>
                        <a:pt x="64" y="1105"/>
                        <a:pt x="92" y="1105"/>
                        <a:pt x="92" y="1105"/>
                      </a:cubicBezTo>
                      <a:cubicBezTo>
                        <a:pt x="120" y="1105"/>
                        <a:pt x="148" y="1105"/>
                        <a:pt x="148" y="1077"/>
                      </a:cubicBezTo>
                      <a:lnTo>
                        <a:pt x="999" y="142"/>
                      </a:lnTo>
                      <a:cubicBezTo>
                        <a:pt x="1027" y="113"/>
                        <a:pt x="1027" y="50"/>
                        <a:pt x="999" y="22"/>
                      </a:cubicBezTo>
                      <a:cubicBezTo>
                        <a:pt x="985" y="8"/>
                        <a:pt x="962" y="1"/>
                        <a:pt x="939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1600623" y="4018622"/>
                  <a:ext cx="121101" cy="131064"/>
                </a:xfrm>
                <a:custGeom>
                  <a:rect b="b" l="l" r="r" t="t"/>
                  <a:pathLst>
                    <a:path extrusionOk="0" h="1105" w="1021">
                      <a:moveTo>
                        <a:pt x="922" y="1"/>
                      </a:moveTo>
                      <a:cubicBezTo>
                        <a:pt x="908" y="1"/>
                        <a:pt x="894" y="8"/>
                        <a:pt x="880" y="22"/>
                      </a:cubicBezTo>
                      <a:lnTo>
                        <a:pt x="29" y="957"/>
                      </a:lnTo>
                      <a:cubicBezTo>
                        <a:pt x="1" y="992"/>
                        <a:pt x="1" y="1048"/>
                        <a:pt x="29" y="1077"/>
                      </a:cubicBezTo>
                      <a:cubicBezTo>
                        <a:pt x="57" y="1105"/>
                        <a:pt x="57" y="1105"/>
                        <a:pt x="85" y="1105"/>
                      </a:cubicBezTo>
                      <a:cubicBezTo>
                        <a:pt x="113" y="1105"/>
                        <a:pt x="141" y="1077"/>
                        <a:pt x="141" y="1077"/>
                      </a:cubicBezTo>
                      <a:lnTo>
                        <a:pt x="992" y="141"/>
                      </a:lnTo>
                      <a:cubicBezTo>
                        <a:pt x="1020" y="113"/>
                        <a:pt x="992" y="50"/>
                        <a:pt x="964" y="22"/>
                      </a:cubicBezTo>
                      <a:cubicBezTo>
                        <a:pt x="950" y="8"/>
                        <a:pt x="936" y="1"/>
                        <a:pt x="922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>
                  <a:off x="3859529" y="2220978"/>
                  <a:ext cx="2676197" cy="2387501"/>
                </a:xfrm>
                <a:custGeom>
                  <a:rect b="b" l="l" r="r" t="t"/>
                  <a:pathLst>
                    <a:path extrusionOk="0" h="20129" w="22563">
                      <a:moveTo>
                        <a:pt x="1" y="1"/>
                      </a:moveTo>
                      <a:lnTo>
                        <a:pt x="1" y="20129"/>
                      </a:lnTo>
                      <a:lnTo>
                        <a:pt x="22563" y="20129"/>
                      </a:lnTo>
                      <a:lnTo>
                        <a:pt x="225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>
                  <a:off x="2343945" y="1341727"/>
                  <a:ext cx="1515717" cy="3266757"/>
                </a:xfrm>
                <a:custGeom>
                  <a:rect b="b" l="l" r="r" t="t"/>
                  <a:pathLst>
                    <a:path extrusionOk="0" h="27542" w="12779">
                      <a:moveTo>
                        <a:pt x="12547" y="7414"/>
                      </a:moveTo>
                      <a:lnTo>
                        <a:pt x="6330" y="1"/>
                      </a:lnTo>
                      <a:lnTo>
                        <a:pt x="0" y="7385"/>
                      </a:lnTo>
                      <a:lnTo>
                        <a:pt x="0" y="27542"/>
                      </a:lnTo>
                      <a:lnTo>
                        <a:pt x="12779" y="27542"/>
                      </a:lnTo>
                      <a:lnTo>
                        <a:pt x="12779" y="741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>
                  <a:off x="2792642" y="2165113"/>
                  <a:ext cx="611553" cy="611553"/>
                </a:xfrm>
                <a:custGeom>
                  <a:rect b="b" l="l" r="r" t="t"/>
                  <a:pathLst>
                    <a:path extrusionOk="0" h="5156" w="5156">
                      <a:moveTo>
                        <a:pt x="2575" y="5155"/>
                      </a:moveTo>
                      <a:cubicBezTo>
                        <a:pt x="3981" y="5155"/>
                        <a:pt x="5156" y="3988"/>
                        <a:pt x="5156" y="2581"/>
                      </a:cubicBezTo>
                      <a:cubicBezTo>
                        <a:pt x="5156" y="1147"/>
                        <a:pt x="3981" y="0"/>
                        <a:pt x="2575" y="0"/>
                      </a:cubicBezTo>
                      <a:cubicBezTo>
                        <a:pt x="1168" y="0"/>
                        <a:pt x="1" y="1147"/>
                        <a:pt x="1" y="2581"/>
                      </a:cubicBezTo>
                      <a:cubicBezTo>
                        <a:pt x="1" y="3988"/>
                        <a:pt x="1168" y="5155"/>
                        <a:pt x="2575" y="51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>
                  <a:off x="2837714" y="2165113"/>
                  <a:ext cx="566481" cy="608232"/>
                </a:xfrm>
                <a:custGeom>
                  <a:rect b="b" l="l" r="r" t="t"/>
                  <a:pathLst>
                    <a:path extrusionOk="0" h="5128" w="4776">
                      <a:moveTo>
                        <a:pt x="2406" y="0"/>
                      </a:moveTo>
                      <a:cubicBezTo>
                        <a:pt x="3721" y="92"/>
                        <a:pt x="4776" y="1203"/>
                        <a:pt x="4776" y="2581"/>
                      </a:cubicBezTo>
                      <a:cubicBezTo>
                        <a:pt x="4776" y="3925"/>
                        <a:pt x="3721" y="5043"/>
                        <a:pt x="2406" y="5127"/>
                      </a:cubicBezTo>
                      <a:cubicBezTo>
                        <a:pt x="1055" y="5043"/>
                        <a:pt x="1" y="3925"/>
                        <a:pt x="1" y="2581"/>
                      </a:cubicBezTo>
                      <a:cubicBezTo>
                        <a:pt x="1" y="1203"/>
                        <a:pt x="1055" y="92"/>
                        <a:pt x="240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>
                  <a:off x="2876143" y="2185988"/>
                  <a:ext cx="430554" cy="518088"/>
                </a:xfrm>
                <a:custGeom>
                  <a:rect b="b" l="l" r="r" t="t"/>
                  <a:pathLst>
                    <a:path extrusionOk="0" h="4368" w="3630">
                      <a:moveTo>
                        <a:pt x="2813" y="0"/>
                      </a:moveTo>
                      <a:cubicBezTo>
                        <a:pt x="3102" y="120"/>
                        <a:pt x="3397" y="296"/>
                        <a:pt x="3629" y="499"/>
                      </a:cubicBezTo>
                      <a:lnTo>
                        <a:pt x="612" y="4368"/>
                      </a:lnTo>
                      <a:cubicBezTo>
                        <a:pt x="352" y="4164"/>
                        <a:pt x="148" y="3896"/>
                        <a:pt x="0" y="3608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>
                  <a:off x="3018711" y="2311121"/>
                  <a:ext cx="364726" cy="455581"/>
                </a:xfrm>
                <a:custGeom>
                  <a:rect b="b" l="l" r="r" t="t"/>
                  <a:pathLst>
                    <a:path extrusionOk="0" h="3841" w="3075">
                      <a:moveTo>
                        <a:pt x="2870" y="0"/>
                      </a:moveTo>
                      <a:cubicBezTo>
                        <a:pt x="2955" y="120"/>
                        <a:pt x="3018" y="267"/>
                        <a:pt x="3074" y="380"/>
                      </a:cubicBezTo>
                      <a:lnTo>
                        <a:pt x="380" y="3840"/>
                      </a:lnTo>
                      <a:cubicBezTo>
                        <a:pt x="233" y="3784"/>
                        <a:pt x="113" y="3749"/>
                        <a:pt x="1" y="3692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" name="Google Shape;287;p7"/>
                <p:cNvSpPr/>
                <p:nvPr/>
              </p:nvSpPr>
              <p:spPr>
                <a:xfrm>
                  <a:off x="2232927" y="1188246"/>
                  <a:ext cx="4427949" cy="1032856"/>
                </a:xfrm>
                <a:custGeom>
                  <a:rect b="b" l="l" r="r" t="t"/>
                  <a:pathLst>
                    <a:path extrusionOk="0" h="8708" w="37332">
                      <a:moveTo>
                        <a:pt x="1" y="8152"/>
                      </a:moveTo>
                      <a:lnTo>
                        <a:pt x="6942" y="1"/>
                      </a:lnTo>
                      <a:lnTo>
                        <a:pt x="30446" y="1"/>
                      </a:lnTo>
                      <a:lnTo>
                        <a:pt x="37332" y="8061"/>
                      </a:lnTo>
                      <a:lnTo>
                        <a:pt x="36776" y="8708"/>
                      </a:lnTo>
                      <a:lnTo>
                        <a:pt x="13483" y="8708"/>
                      </a:lnTo>
                      <a:lnTo>
                        <a:pt x="7266" y="1295"/>
                      </a:lnTo>
                      <a:lnTo>
                        <a:pt x="908" y="8708"/>
                      </a:lnTo>
                      <a:lnTo>
                        <a:pt x="380" y="870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" name="Google Shape;288;p7"/>
                <p:cNvSpPr/>
                <p:nvPr/>
              </p:nvSpPr>
              <p:spPr>
                <a:xfrm>
                  <a:off x="3056310" y="1207461"/>
                  <a:ext cx="3604558" cy="1032856"/>
                </a:xfrm>
                <a:custGeom>
                  <a:rect b="b" l="l" r="r" t="t"/>
                  <a:pathLst>
                    <a:path extrusionOk="0" h="8708" w="30390">
                      <a:moveTo>
                        <a:pt x="0" y="1"/>
                      </a:moveTo>
                      <a:lnTo>
                        <a:pt x="23504" y="1"/>
                      </a:lnTo>
                      <a:lnTo>
                        <a:pt x="30390" y="8061"/>
                      </a:lnTo>
                      <a:lnTo>
                        <a:pt x="29834" y="8708"/>
                      </a:lnTo>
                      <a:lnTo>
                        <a:pt x="7385" y="8708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" name="Google Shape;289;p7"/>
                <p:cNvSpPr/>
                <p:nvPr/>
              </p:nvSpPr>
              <p:spPr>
                <a:xfrm>
                  <a:off x="3832012" y="2144238"/>
                  <a:ext cx="2828849" cy="76859"/>
                </a:xfrm>
                <a:custGeom>
                  <a:rect b="b" l="l" r="r" t="t"/>
                  <a:pathLst>
                    <a:path extrusionOk="0" h="648" w="23850">
                      <a:moveTo>
                        <a:pt x="23850" y="1"/>
                      </a:moveTo>
                      <a:lnTo>
                        <a:pt x="23294" y="648"/>
                      </a:lnTo>
                      <a:lnTo>
                        <a:pt x="1" y="648"/>
                      </a:lnTo>
                      <a:lnTo>
                        <a:pt x="31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" name="Google Shape;290;p7"/>
                <p:cNvSpPr/>
                <p:nvPr/>
              </p:nvSpPr>
              <p:spPr>
                <a:xfrm>
                  <a:off x="2277998" y="1306737"/>
                  <a:ext cx="816748" cy="914364"/>
                </a:xfrm>
                <a:custGeom>
                  <a:rect b="b" l="l" r="r" t="t"/>
                  <a:pathLst>
                    <a:path extrusionOk="0" h="7709" w="6886">
                      <a:moveTo>
                        <a:pt x="6654" y="0"/>
                      </a:moveTo>
                      <a:lnTo>
                        <a:pt x="0" y="7709"/>
                      </a:lnTo>
                      <a:lnTo>
                        <a:pt x="528" y="7709"/>
                      </a:lnTo>
                      <a:lnTo>
                        <a:pt x="6886" y="2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" name="Google Shape;291;p7"/>
                <p:cNvSpPr/>
                <p:nvPr/>
              </p:nvSpPr>
              <p:spPr>
                <a:xfrm>
                  <a:off x="3897958" y="1136532"/>
                  <a:ext cx="372198" cy="468984"/>
                </a:xfrm>
                <a:custGeom>
                  <a:rect b="b" l="l" r="r" t="t"/>
                  <a:pathLst>
                    <a:path extrusionOk="0" h="3954" w="3138">
                      <a:moveTo>
                        <a:pt x="0" y="1"/>
                      </a:moveTo>
                      <a:lnTo>
                        <a:pt x="0" y="3953"/>
                      </a:lnTo>
                      <a:lnTo>
                        <a:pt x="3137" y="3953"/>
                      </a:lnTo>
                      <a:lnTo>
                        <a:pt x="313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" name="Google Shape;292;p7"/>
                <p:cNvSpPr/>
                <p:nvPr/>
              </p:nvSpPr>
              <p:spPr>
                <a:xfrm>
                  <a:off x="3657657" y="1125739"/>
                  <a:ext cx="240422" cy="479777"/>
                </a:xfrm>
                <a:custGeom>
                  <a:rect b="b" l="l" r="r" t="t"/>
                  <a:pathLst>
                    <a:path extrusionOk="0" h="4045" w="2027">
                      <a:moveTo>
                        <a:pt x="1851" y="92"/>
                      </a:moveTo>
                      <a:lnTo>
                        <a:pt x="1851" y="92"/>
                      </a:lnTo>
                      <a:lnTo>
                        <a:pt x="1" y="0"/>
                      </a:lnTo>
                      <a:lnTo>
                        <a:pt x="1" y="1702"/>
                      </a:lnTo>
                      <a:lnTo>
                        <a:pt x="2026" y="4044"/>
                      </a:lnTo>
                      <a:lnTo>
                        <a:pt x="2026" y="9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" name="Google Shape;293;p7"/>
                <p:cNvSpPr/>
                <p:nvPr/>
              </p:nvSpPr>
              <p:spPr>
                <a:xfrm>
                  <a:off x="3630139" y="1024802"/>
                  <a:ext cx="247065" cy="111849"/>
                </a:xfrm>
                <a:custGeom>
                  <a:rect b="b" l="l" r="r" t="t"/>
                  <a:pathLst>
                    <a:path extrusionOk="0" h="943" w="2083">
                      <a:moveTo>
                        <a:pt x="2083" y="64"/>
                      </a:moveTo>
                      <a:lnTo>
                        <a:pt x="1" y="0"/>
                      </a:lnTo>
                      <a:lnTo>
                        <a:pt x="1" y="851"/>
                      </a:lnTo>
                      <a:lnTo>
                        <a:pt x="2083" y="94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" name="Google Shape;294;p7"/>
                <p:cNvSpPr/>
                <p:nvPr/>
              </p:nvSpPr>
              <p:spPr>
                <a:xfrm>
                  <a:off x="3877083" y="1032275"/>
                  <a:ext cx="434706" cy="104377"/>
                </a:xfrm>
                <a:custGeom>
                  <a:rect b="b" l="l" r="r" t="t"/>
                  <a:pathLst>
                    <a:path extrusionOk="0" h="880" w="3665">
                      <a:moveTo>
                        <a:pt x="1" y="880"/>
                      </a:moveTo>
                      <a:lnTo>
                        <a:pt x="3665" y="880"/>
                      </a:lnTo>
                      <a:lnTo>
                        <a:pt x="366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" name="Google Shape;295;p7"/>
                <p:cNvSpPr/>
                <p:nvPr/>
              </p:nvSpPr>
              <p:spPr>
                <a:xfrm>
                  <a:off x="5208467" y="987203"/>
                  <a:ext cx="614874" cy="785080"/>
                </a:xfrm>
                <a:custGeom>
                  <a:rect b="b" l="l" r="r" t="t"/>
                  <a:pathLst>
                    <a:path extrusionOk="0" h="6619" w="5184">
                      <a:moveTo>
                        <a:pt x="0" y="3046"/>
                      </a:moveTo>
                      <a:lnTo>
                        <a:pt x="0" y="6619"/>
                      </a:lnTo>
                      <a:lnTo>
                        <a:pt x="5184" y="6619"/>
                      </a:lnTo>
                      <a:lnTo>
                        <a:pt x="5184" y="2751"/>
                      </a:lnTo>
                      <a:lnTo>
                        <a:pt x="272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" name="Google Shape;296;p7"/>
                <p:cNvSpPr/>
                <p:nvPr/>
              </p:nvSpPr>
              <p:spPr>
                <a:xfrm>
                  <a:off x="4846355" y="1345048"/>
                  <a:ext cx="362235" cy="427233"/>
                </a:xfrm>
                <a:custGeom>
                  <a:rect b="b" l="l" r="r" t="t"/>
                  <a:pathLst>
                    <a:path extrusionOk="0" h="3602" w="3054">
                      <a:moveTo>
                        <a:pt x="2990" y="85"/>
                      </a:moveTo>
                      <a:lnTo>
                        <a:pt x="1" y="85"/>
                      </a:lnTo>
                      <a:lnTo>
                        <a:pt x="3053" y="3602"/>
                      </a:lnTo>
                      <a:lnTo>
                        <a:pt x="30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" name="Google Shape;297;p7"/>
                <p:cNvSpPr/>
                <p:nvPr/>
              </p:nvSpPr>
              <p:spPr>
                <a:xfrm>
                  <a:off x="4616965" y="788651"/>
                  <a:ext cx="1387381" cy="566600"/>
                </a:xfrm>
                <a:custGeom>
                  <a:rect b="b" l="l" r="r" t="t"/>
                  <a:pathLst>
                    <a:path extrusionOk="0" h="4777" w="11697">
                      <a:moveTo>
                        <a:pt x="1" y="4045"/>
                      </a:moveTo>
                      <a:lnTo>
                        <a:pt x="3433" y="1"/>
                      </a:lnTo>
                      <a:lnTo>
                        <a:pt x="8061" y="1"/>
                      </a:lnTo>
                      <a:lnTo>
                        <a:pt x="11697" y="4045"/>
                      </a:lnTo>
                      <a:lnTo>
                        <a:pt x="11078" y="4776"/>
                      </a:lnTo>
                      <a:lnTo>
                        <a:pt x="10466" y="4776"/>
                      </a:lnTo>
                      <a:lnTo>
                        <a:pt x="7709" y="1675"/>
                      </a:lnTo>
                      <a:lnTo>
                        <a:pt x="4952" y="4776"/>
                      </a:lnTo>
                      <a:lnTo>
                        <a:pt x="556" y="477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" name="Google Shape;298;p7"/>
                <p:cNvSpPr/>
                <p:nvPr/>
              </p:nvSpPr>
              <p:spPr>
                <a:xfrm>
                  <a:off x="4616965" y="1098222"/>
                  <a:ext cx="146128" cy="170205"/>
                </a:xfrm>
                <a:custGeom>
                  <a:rect b="b" l="l" r="r" t="t"/>
                  <a:pathLst>
                    <a:path extrusionOk="0" h="1435" w="1232">
                      <a:moveTo>
                        <a:pt x="1232" y="0"/>
                      </a:moveTo>
                      <a:lnTo>
                        <a:pt x="1" y="1435"/>
                      </a:lnTo>
                      <a:close/>
                    </a:path>
                  </a:pathLst>
                </a:custGeom>
                <a:solidFill>
                  <a:srgbClr val="332B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" name="Google Shape;299;p7"/>
                <p:cNvSpPr/>
                <p:nvPr/>
              </p:nvSpPr>
              <p:spPr>
                <a:xfrm>
                  <a:off x="4616965" y="1268307"/>
                  <a:ext cx="587475" cy="86941"/>
                </a:xfrm>
                <a:custGeom>
                  <a:rect b="b" l="l" r="r" t="t"/>
                  <a:pathLst>
                    <a:path extrusionOk="0" h="733" w="4953">
                      <a:moveTo>
                        <a:pt x="1" y="1"/>
                      </a:moveTo>
                      <a:lnTo>
                        <a:pt x="556" y="732"/>
                      </a:lnTo>
                      <a:lnTo>
                        <a:pt x="4952" y="732"/>
                      </a:lnTo>
                      <a:lnTo>
                        <a:pt x="451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0" name="Google Shape;300;p7"/>
                <p:cNvSpPr/>
                <p:nvPr/>
              </p:nvSpPr>
              <p:spPr>
                <a:xfrm>
                  <a:off x="5531321" y="945571"/>
                  <a:ext cx="399597" cy="409679"/>
                </a:xfrm>
                <a:custGeom>
                  <a:rect b="b" l="l" r="r" t="t"/>
                  <a:pathLst>
                    <a:path extrusionOk="0" h="3454" w="3369">
                      <a:moveTo>
                        <a:pt x="3369" y="3453"/>
                      </a:moveTo>
                      <a:lnTo>
                        <a:pt x="2757" y="3453"/>
                      </a:lnTo>
                      <a:lnTo>
                        <a:pt x="0" y="352"/>
                      </a:lnTo>
                      <a:lnTo>
                        <a:pt x="2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7"/>
                <p:cNvSpPr/>
                <p:nvPr/>
              </p:nvSpPr>
              <p:spPr>
                <a:xfrm>
                  <a:off x="4616965" y="788651"/>
                  <a:ext cx="956115" cy="479777"/>
                </a:xfrm>
                <a:custGeom>
                  <a:rect b="b" l="l" r="r" t="t"/>
                  <a:pathLst>
                    <a:path extrusionOk="0" h="4045" w="8061">
                      <a:moveTo>
                        <a:pt x="4516" y="4045"/>
                      </a:moveTo>
                      <a:lnTo>
                        <a:pt x="1" y="4045"/>
                      </a:lnTo>
                      <a:lnTo>
                        <a:pt x="3433" y="1"/>
                      </a:lnTo>
                      <a:lnTo>
                        <a:pt x="8061" y="1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2" name="Google Shape;302;p7"/>
                <p:cNvSpPr/>
                <p:nvPr/>
              </p:nvSpPr>
              <p:spPr>
                <a:xfrm>
                  <a:off x="5350205" y="1275068"/>
                  <a:ext cx="365556" cy="396276"/>
                </a:xfrm>
                <a:custGeom>
                  <a:rect b="b" l="l" r="r" t="t"/>
                  <a:pathLst>
                    <a:path extrusionOk="0" h="3341" w="3082">
                      <a:moveTo>
                        <a:pt x="1" y="3341"/>
                      </a:moveTo>
                      <a:lnTo>
                        <a:pt x="3081" y="3341"/>
                      </a:lnTo>
                      <a:lnTo>
                        <a:pt x="308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3" name="Google Shape;303;p7"/>
                <p:cNvSpPr/>
                <p:nvPr/>
              </p:nvSpPr>
              <p:spPr>
                <a:xfrm>
                  <a:off x="5350205" y="1275068"/>
                  <a:ext cx="317163" cy="396276"/>
                </a:xfrm>
                <a:custGeom>
                  <a:rect b="b" l="l" r="r" t="t"/>
                  <a:pathLst>
                    <a:path extrusionOk="0" h="3341" w="2674">
                      <a:moveTo>
                        <a:pt x="1" y="3341"/>
                      </a:moveTo>
                      <a:lnTo>
                        <a:pt x="2673" y="3341"/>
                      </a:lnTo>
                      <a:lnTo>
                        <a:pt x="2673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4" name="Google Shape;304;p7"/>
                <p:cNvSpPr/>
                <p:nvPr/>
              </p:nvSpPr>
              <p:spPr>
                <a:xfrm>
                  <a:off x="5437857" y="1342557"/>
                  <a:ext cx="121101" cy="131183"/>
                </a:xfrm>
                <a:custGeom>
                  <a:rect b="b" l="l" r="r" t="t"/>
                  <a:pathLst>
                    <a:path extrusionOk="0" h="1106" w="1021">
                      <a:moveTo>
                        <a:pt x="936" y="1"/>
                      </a:moveTo>
                      <a:cubicBezTo>
                        <a:pt x="915" y="1"/>
                        <a:pt x="894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7" y="1077"/>
                      </a:cubicBezTo>
                      <a:cubicBezTo>
                        <a:pt x="57" y="1105"/>
                        <a:pt x="85" y="1105"/>
                        <a:pt x="85" y="1105"/>
                      </a:cubicBezTo>
                      <a:cubicBezTo>
                        <a:pt x="113" y="1105"/>
                        <a:pt x="141" y="1077"/>
                        <a:pt x="141" y="1077"/>
                      </a:cubicBezTo>
                      <a:lnTo>
                        <a:pt x="992" y="134"/>
                      </a:lnTo>
                      <a:cubicBezTo>
                        <a:pt x="1020" y="106"/>
                        <a:pt x="1020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" name="Google Shape;305;p7"/>
                <p:cNvSpPr/>
                <p:nvPr/>
              </p:nvSpPr>
              <p:spPr>
                <a:xfrm>
                  <a:off x="5426945" y="1433056"/>
                  <a:ext cx="118610" cy="130708"/>
                </a:xfrm>
                <a:custGeom>
                  <a:rect b="b" l="l" r="r" t="t"/>
                  <a:pathLst>
                    <a:path extrusionOk="0" h="1102" w="1000">
                      <a:moveTo>
                        <a:pt x="920" y="0"/>
                      </a:moveTo>
                      <a:cubicBezTo>
                        <a:pt x="895" y="0"/>
                        <a:pt x="868" y="14"/>
                        <a:pt x="852" y="47"/>
                      </a:cubicBezTo>
                      <a:lnTo>
                        <a:pt x="29" y="989"/>
                      </a:lnTo>
                      <a:cubicBezTo>
                        <a:pt x="1" y="1017"/>
                        <a:pt x="1" y="1073"/>
                        <a:pt x="29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9" y="1073"/>
                      </a:cubicBezTo>
                      <a:lnTo>
                        <a:pt x="971" y="138"/>
                      </a:lnTo>
                      <a:cubicBezTo>
                        <a:pt x="1000" y="110"/>
                        <a:pt x="1000" y="47"/>
                        <a:pt x="971" y="18"/>
                      </a:cubicBezTo>
                      <a:cubicBezTo>
                        <a:pt x="957" y="7"/>
                        <a:pt x="939" y="0"/>
                        <a:pt x="920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" name="Google Shape;306;p7"/>
                <p:cNvSpPr/>
                <p:nvPr/>
              </p:nvSpPr>
              <p:spPr>
                <a:xfrm>
                  <a:off x="4140751" y="2568029"/>
                  <a:ext cx="817579" cy="594829"/>
                </a:xfrm>
                <a:custGeom>
                  <a:rect b="b" l="l" r="r" t="t"/>
                  <a:pathLst>
                    <a:path extrusionOk="0" h="5015" w="6893">
                      <a:moveTo>
                        <a:pt x="0" y="5015"/>
                      </a:moveTo>
                      <a:lnTo>
                        <a:pt x="6892" y="5015"/>
                      </a:lnTo>
                      <a:lnTo>
                        <a:pt x="68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7" name="Google Shape;307;p7"/>
                <p:cNvSpPr/>
                <p:nvPr/>
              </p:nvSpPr>
              <p:spPr>
                <a:xfrm>
                  <a:off x="4140751" y="2568029"/>
                  <a:ext cx="758392" cy="594829"/>
                </a:xfrm>
                <a:custGeom>
                  <a:rect b="b" l="l" r="r" t="t"/>
                  <a:pathLst>
                    <a:path extrusionOk="0" h="5015" w="6394">
                      <a:moveTo>
                        <a:pt x="0" y="5015"/>
                      </a:moveTo>
                      <a:lnTo>
                        <a:pt x="6393" y="5015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" name="Google Shape;308;p7"/>
                <p:cNvSpPr/>
                <p:nvPr/>
              </p:nvSpPr>
              <p:spPr>
                <a:xfrm>
                  <a:off x="4502745" y="2568029"/>
                  <a:ext cx="34278" cy="594829"/>
                </a:xfrm>
                <a:custGeom>
                  <a:rect b="b" l="l" r="r" t="t"/>
                  <a:pathLst>
                    <a:path extrusionOk="0" h="5015" w="289">
                      <a:moveTo>
                        <a:pt x="0" y="5015"/>
                      </a:moveTo>
                      <a:lnTo>
                        <a:pt x="0" y="0"/>
                      </a:lnTo>
                      <a:lnTo>
                        <a:pt x="289" y="0"/>
                      </a:lnTo>
                      <a:lnTo>
                        <a:pt x="289" y="501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" name="Google Shape;309;p7"/>
                <p:cNvSpPr/>
                <p:nvPr/>
              </p:nvSpPr>
              <p:spPr>
                <a:xfrm>
                  <a:off x="4863909" y="2568029"/>
                  <a:ext cx="35227" cy="594829"/>
                </a:xfrm>
                <a:custGeom>
                  <a:rect b="b" l="l" r="r" t="t"/>
                  <a:pathLst>
                    <a:path extrusionOk="0" h="5015" w="297">
                      <a:moveTo>
                        <a:pt x="1" y="5015"/>
                      </a:moveTo>
                      <a:lnTo>
                        <a:pt x="296" y="5015"/>
                      </a:lnTo>
                      <a:lnTo>
                        <a:pt x="29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" name="Google Shape;310;p7"/>
                <p:cNvSpPr/>
                <p:nvPr/>
              </p:nvSpPr>
              <p:spPr>
                <a:xfrm>
                  <a:off x="4140751" y="2846642"/>
                  <a:ext cx="758392" cy="38430"/>
                </a:xfrm>
                <a:custGeom>
                  <a:rect b="b" l="l" r="r" t="t"/>
                  <a:pathLst>
                    <a:path extrusionOk="0" h="324" w="6394">
                      <a:moveTo>
                        <a:pt x="0" y="324"/>
                      </a:moveTo>
                      <a:lnTo>
                        <a:pt x="6393" y="324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" name="Google Shape;311;p7"/>
                <p:cNvSpPr/>
                <p:nvPr/>
              </p:nvSpPr>
              <p:spPr>
                <a:xfrm>
                  <a:off x="4207409" y="2969522"/>
                  <a:ext cx="121101" cy="130827"/>
                </a:xfrm>
                <a:custGeom>
                  <a:rect b="b" l="l" r="r" t="t"/>
                  <a:pathLst>
                    <a:path extrusionOk="0" h="1103" w="1021">
                      <a:moveTo>
                        <a:pt x="935" y="1"/>
                      </a:moveTo>
                      <a:cubicBezTo>
                        <a:pt x="913" y="1"/>
                        <a:pt x="896" y="14"/>
                        <a:pt x="880" y="47"/>
                      </a:cubicBezTo>
                      <a:lnTo>
                        <a:pt x="29" y="983"/>
                      </a:lnTo>
                      <a:cubicBezTo>
                        <a:pt x="1" y="1011"/>
                        <a:pt x="1" y="1074"/>
                        <a:pt x="29" y="1102"/>
                      </a:cubicBezTo>
                      <a:lnTo>
                        <a:pt x="85" y="1102"/>
                      </a:lnTo>
                      <a:cubicBezTo>
                        <a:pt x="113" y="1102"/>
                        <a:pt x="141" y="1102"/>
                        <a:pt x="141" y="1074"/>
                      </a:cubicBezTo>
                      <a:lnTo>
                        <a:pt x="992" y="132"/>
                      </a:lnTo>
                      <a:cubicBezTo>
                        <a:pt x="1020" y="104"/>
                        <a:pt x="1020" y="47"/>
                        <a:pt x="992" y="19"/>
                      </a:cubicBezTo>
                      <a:cubicBezTo>
                        <a:pt x="969" y="8"/>
                        <a:pt x="951" y="1"/>
                        <a:pt x="935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" name="Google Shape;312;p7"/>
                <p:cNvSpPr/>
                <p:nvPr/>
              </p:nvSpPr>
              <p:spPr>
                <a:xfrm>
                  <a:off x="4307515" y="2937853"/>
                  <a:ext cx="118610" cy="130827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" name="Google Shape;313;p7"/>
                <p:cNvSpPr/>
                <p:nvPr/>
              </p:nvSpPr>
              <p:spPr>
                <a:xfrm>
                  <a:off x="4648752" y="2659714"/>
                  <a:ext cx="121812" cy="131183"/>
                </a:xfrm>
                <a:custGeom>
                  <a:rect b="b" l="l" r="r" t="t"/>
                  <a:pathLst>
                    <a:path extrusionOk="0" h="1106" w="1027">
                      <a:moveTo>
                        <a:pt x="936" y="1"/>
                      </a:moveTo>
                      <a:cubicBezTo>
                        <a:pt x="914" y="1"/>
                        <a:pt x="893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6" y="1077"/>
                      </a:cubicBezTo>
                      <a:lnTo>
                        <a:pt x="85" y="1105"/>
                      </a:lnTo>
                      <a:cubicBezTo>
                        <a:pt x="113" y="1105"/>
                        <a:pt x="148" y="1077"/>
                        <a:pt x="148" y="1077"/>
                      </a:cubicBezTo>
                      <a:lnTo>
                        <a:pt x="992" y="142"/>
                      </a:lnTo>
                      <a:cubicBezTo>
                        <a:pt x="1027" y="106"/>
                        <a:pt x="1027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" name="Google Shape;314;p7"/>
                <p:cNvSpPr/>
                <p:nvPr/>
              </p:nvSpPr>
              <p:spPr>
                <a:xfrm>
                  <a:off x="2854789" y="3312066"/>
                  <a:ext cx="577393" cy="1296407"/>
                </a:xfrm>
                <a:custGeom>
                  <a:rect b="b" l="l" r="r" t="t"/>
                  <a:pathLst>
                    <a:path extrusionOk="0" h="10930" w="4868">
                      <a:moveTo>
                        <a:pt x="1" y="10930"/>
                      </a:moveTo>
                      <a:lnTo>
                        <a:pt x="4868" y="10930"/>
                      </a:lnTo>
                      <a:lnTo>
                        <a:pt x="486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" name="Google Shape;315;p7"/>
                <p:cNvSpPr/>
                <p:nvPr/>
              </p:nvSpPr>
              <p:spPr>
                <a:xfrm>
                  <a:off x="2914454" y="3312066"/>
                  <a:ext cx="510616" cy="1296407"/>
                </a:xfrm>
                <a:custGeom>
                  <a:rect b="b" l="l" r="r" t="t"/>
                  <a:pathLst>
                    <a:path extrusionOk="0" h="10930" w="4305">
                      <a:moveTo>
                        <a:pt x="1" y="10930"/>
                      </a:moveTo>
                      <a:lnTo>
                        <a:pt x="4305" y="10930"/>
                      </a:lnTo>
                      <a:lnTo>
                        <a:pt x="430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" name="Google Shape;316;p7"/>
                <p:cNvSpPr/>
                <p:nvPr/>
              </p:nvSpPr>
              <p:spPr>
                <a:xfrm>
                  <a:off x="2977079" y="3374691"/>
                  <a:ext cx="343732" cy="128573"/>
                </a:xfrm>
                <a:custGeom>
                  <a:rect b="b" l="l" r="r" t="t"/>
                  <a:pathLst>
                    <a:path extrusionOk="0" h="1084" w="2898">
                      <a:moveTo>
                        <a:pt x="0" y="1083"/>
                      </a:moveTo>
                      <a:lnTo>
                        <a:pt x="2898" y="1083"/>
                      </a:lnTo>
                      <a:lnTo>
                        <a:pt x="289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7"/>
                <p:cNvSpPr/>
                <p:nvPr/>
              </p:nvSpPr>
              <p:spPr>
                <a:xfrm>
                  <a:off x="2799403" y="3222041"/>
                  <a:ext cx="670740" cy="90144"/>
                </a:xfrm>
                <a:custGeom>
                  <a:rect b="b" l="l" r="r" t="t"/>
                  <a:pathLst>
                    <a:path extrusionOk="0" h="760" w="5655">
                      <a:moveTo>
                        <a:pt x="0" y="0"/>
                      </a:moveTo>
                      <a:lnTo>
                        <a:pt x="5655" y="0"/>
                      </a:lnTo>
                      <a:lnTo>
                        <a:pt x="5655" y="760"/>
                      </a:lnTo>
                      <a:lnTo>
                        <a:pt x="0" y="76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" name="Google Shape;318;p7"/>
                <p:cNvSpPr/>
                <p:nvPr/>
              </p:nvSpPr>
              <p:spPr>
                <a:xfrm>
                  <a:off x="2858589" y="4278020"/>
                  <a:ext cx="566481" cy="330447"/>
                </a:xfrm>
                <a:custGeom>
                  <a:rect b="b" l="l" r="r" t="t"/>
                  <a:pathLst>
                    <a:path extrusionOk="0" h="2786" w="4776">
                      <a:moveTo>
                        <a:pt x="0" y="2786"/>
                      </a:moveTo>
                      <a:lnTo>
                        <a:pt x="4776" y="2786"/>
                      </a:lnTo>
                      <a:lnTo>
                        <a:pt x="4776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" name="Google Shape;319;p7"/>
                <p:cNvSpPr/>
                <p:nvPr/>
              </p:nvSpPr>
              <p:spPr>
                <a:xfrm>
                  <a:off x="2584129" y="4497456"/>
                  <a:ext cx="503953" cy="127724"/>
                </a:xfrm>
                <a:custGeom>
                  <a:rect b="b" l="l" r="r" t="t"/>
                  <a:pathLst>
                    <a:path extrusionOk="0" h="936" w="4249">
                      <a:moveTo>
                        <a:pt x="1027" y="0"/>
                      </a:moveTo>
                      <a:lnTo>
                        <a:pt x="1027" y="0"/>
                      </a:lnTo>
                      <a:lnTo>
                        <a:pt x="1" y="0"/>
                      </a:lnTo>
                      <a:lnTo>
                        <a:pt x="1" y="936"/>
                      </a:lnTo>
                      <a:lnTo>
                        <a:pt x="4248" y="936"/>
                      </a:lnTo>
                      <a:lnTo>
                        <a:pt x="424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" name="Google Shape;320;p7"/>
                <p:cNvSpPr/>
                <p:nvPr/>
              </p:nvSpPr>
              <p:spPr>
                <a:xfrm>
                  <a:off x="2705939" y="4393190"/>
                  <a:ext cx="475626" cy="104377"/>
                </a:xfrm>
                <a:custGeom>
                  <a:rect b="b" l="l" r="r" t="t"/>
                  <a:pathLst>
                    <a:path extrusionOk="0" h="880" w="4010">
                      <a:moveTo>
                        <a:pt x="0" y="0"/>
                      </a:moveTo>
                      <a:lnTo>
                        <a:pt x="0" y="879"/>
                      </a:lnTo>
                      <a:lnTo>
                        <a:pt x="4009" y="879"/>
                      </a:lnTo>
                      <a:lnTo>
                        <a:pt x="4009" y="0"/>
                      </a:lnTo>
                      <a:lnTo>
                        <a:pt x="8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7"/>
                <p:cNvSpPr/>
                <p:nvPr/>
              </p:nvSpPr>
              <p:spPr>
                <a:xfrm>
                  <a:off x="2802724" y="4278020"/>
                  <a:ext cx="500534" cy="115289"/>
                </a:xfrm>
                <a:custGeom>
                  <a:rect b="b" l="l" r="r" t="t"/>
                  <a:pathLst>
                    <a:path extrusionOk="0" h="972" w="4220">
                      <a:moveTo>
                        <a:pt x="0" y="971"/>
                      </a:moveTo>
                      <a:lnTo>
                        <a:pt x="4220" y="971"/>
                      </a:lnTo>
                      <a:lnTo>
                        <a:pt x="422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" name="Google Shape;322;p7"/>
                <p:cNvSpPr/>
                <p:nvPr/>
              </p:nvSpPr>
              <p:spPr>
                <a:xfrm>
                  <a:off x="3278939" y="3833472"/>
                  <a:ext cx="97735" cy="97735"/>
                </a:xfrm>
                <a:custGeom>
                  <a:rect b="b" l="l" r="r" t="t"/>
                  <a:pathLst>
                    <a:path extrusionOk="0" h="824" w="824">
                      <a:moveTo>
                        <a:pt x="824" y="408"/>
                      </a:moveTo>
                      <a:cubicBezTo>
                        <a:pt x="824" y="619"/>
                        <a:pt x="648" y="823"/>
                        <a:pt x="409" y="823"/>
                      </a:cubicBezTo>
                      <a:cubicBezTo>
                        <a:pt x="177" y="823"/>
                        <a:pt x="1" y="619"/>
                        <a:pt x="1" y="408"/>
                      </a:cubicBezTo>
                      <a:cubicBezTo>
                        <a:pt x="1" y="176"/>
                        <a:pt x="177" y="0"/>
                        <a:pt x="409" y="0"/>
                      </a:cubicBezTo>
                      <a:cubicBezTo>
                        <a:pt x="648" y="0"/>
                        <a:pt x="824" y="176"/>
                        <a:pt x="824" y="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" name="Google Shape;323;p7"/>
                <p:cNvSpPr/>
                <p:nvPr/>
              </p:nvSpPr>
              <p:spPr>
                <a:xfrm>
                  <a:off x="5173359" y="3148622"/>
                  <a:ext cx="1206382" cy="1459852"/>
                </a:xfrm>
                <a:custGeom>
                  <a:rect b="b" l="l" r="r" t="t"/>
                  <a:pathLst>
                    <a:path extrusionOk="0" h="12308" w="10171">
                      <a:moveTo>
                        <a:pt x="9819" y="0"/>
                      </a:moveTo>
                      <a:lnTo>
                        <a:pt x="1" y="0"/>
                      </a:lnTo>
                      <a:lnTo>
                        <a:pt x="1" y="12308"/>
                      </a:lnTo>
                      <a:lnTo>
                        <a:pt x="10171" y="12308"/>
                      </a:lnTo>
                      <a:lnTo>
                        <a:pt x="1017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>
                  <a:off x="6379611" y="3148622"/>
                  <a:ext cx="1487488" cy="1459852"/>
                </a:xfrm>
                <a:custGeom>
                  <a:rect b="b" l="l" r="r" t="t"/>
                  <a:pathLst>
                    <a:path extrusionOk="0" h="12308" w="12541">
                      <a:moveTo>
                        <a:pt x="1" y="0"/>
                      </a:moveTo>
                      <a:lnTo>
                        <a:pt x="1" y="12308"/>
                      </a:lnTo>
                      <a:lnTo>
                        <a:pt x="12540" y="12308"/>
                      </a:lnTo>
                      <a:lnTo>
                        <a:pt x="1254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>
                  <a:off x="6629876" y="3669910"/>
                  <a:ext cx="1014471" cy="938561"/>
                </a:xfrm>
                <a:custGeom>
                  <a:rect b="b" l="l" r="r" t="t"/>
                  <a:pathLst>
                    <a:path extrusionOk="0" h="7913" w="8553">
                      <a:moveTo>
                        <a:pt x="0" y="7913"/>
                      </a:moveTo>
                      <a:lnTo>
                        <a:pt x="8553" y="7913"/>
                      </a:lnTo>
                      <a:lnTo>
                        <a:pt x="8553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>
                  <a:off x="5093298" y="2394503"/>
                  <a:ext cx="1519157" cy="754241"/>
                </a:xfrm>
                <a:custGeom>
                  <a:rect b="b" l="l" r="r" t="t"/>
                  <a:pathLst>
                    <a:path extrusionOk="0" h="6359" w="12808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>
                  <a:off x="6337861" y="2394503"/>
                  <a:ext cx="1623534" cy="754241"/>
                </a:xfrm>
                <a:custGeom>
                  <a:rect b="b" l="l" r="r" t="t"/>
                  <a:pathLst>
                    <a:path extrusionOk="0" h="6359" w="13688">
                      <a:moveTo>
                        <a:pt x="2315" y="0"/>
                      </a:moveTo>
                      <a:lnTo>
                        <a:pt x="13687" y="5655"/>
                      </a:lnTo>
                      <a:lnTo>
                        <a:pt x="13476" y="6358"/>
                      </a:lnTo>
                      <a:lnTo>
                        <a:pt x="1" y="63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>
                  <a:off x="5423624" y="3513939"/>
                  <a:ext cx="754241" cy="305421"/>
                </a:xfrm>
                <a:custGeom>
                  <a:rect b="b" l="l" r="r" t="t"/>
                  <a:pathLst>
                    <a:path extrusionOk="0" h="2575" w="6359">
                      <a:moveTo>
                        <a:pt x="1" y="2575"/>
                      </a:moveTo>
                      <a:lnTo>
                        <a:pt x="6359" y="2575"/>
                      </a:lnTo>
                      <a:lnTo>
                        <a:pt x="6359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>
                  <a:off x="5479489" y="3513939"/>
                  <a:ext cx="698376" cy="305421"/>
                </a:xfrm>
                <a:custGeom>
                  <a:rect b="b" l="l" r="r" t="t"/>
                  <a:pathLst>
                    <a:path extrusionOk="0" h="2575" w="5888">
                      <a:moveTo>
                        <a:pt x="1" y="2575"/>
                      </a:moveTo>
                      <a:lnTo>
                        <a:pt x="5888" y="2575"/>
                      </a:lnTo>
                      <a:lnTo>
                        <a:pt x="588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>
                  <a:off x="5593828" y="3513939"/>
                  <a:ext cx="187760" cy="305421"/>
                </a:xfrm>
                <a:custGeom>
                  <a:rect b="b" l="l" r="r" t="t"/>
                  <a:pathLst>
                    <a:path extrusionOk="0" h="2575" w="1583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1" y="1"/>
                      </a:lnTo>
                      <a:lnTo>
                        <a:pt x="0" y="2575"/>
                      </a:ln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" name="Google Shape;331;p7"/>
                <p:cNvSpPr/>
                <p:nvPr/>
              </p:nvSpPr>
              <p:spPr>
                <a:xfrm>
                  <a:off x="5701406" y="3513939"/>
                  <a:ext cx="187878" cy="305421"/>
                </a:xfrm>
                <a:custGeom>
                  <a:rect b="b" l="l" r="r" t="t"/>
                  <a:pathLst>
                    <a:path extrusionOk="0" h="2575" w="1584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2" y="1"/>
                      </a:lnTo>
                      <a:lnTo>
                        <a:pt x="1" y="2575"/>
                      </a:ln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" name="Google Shape;332;p7"/>
                <p:cNvSpPr/>
                <p:nvPr/>
              </p:nvSpPr>
              <p:spPr>
                <a:xfrm>
                  <a:off x="7571630" y="3669910"/>
                  <a:ext cx="72708" cy="938561"/>
                </a:xfrm>
                <a:custGeom>
                  <a:rect b="b" l="l" r="r" t="t"/>
                  <a:pathLst>
                    <a:path extrusionOk="0" h="7913" w="613">
                      <a:moveTo>
                        <a:pt x="1" y="7913"/>
                      </a:moveTo>
                      <a:lnTo>
                        <a:pt x="613" y="7913"/>
                      </a:lnTo>
                      <a:lnTo>
                        <a:pt x="61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" name="Google Shape;333;p7"/>
                <p:cNvSpPr/>
                <p:nvPr/>
              </p:nvSpPr>
              <p:spPr>
                <a:xfrm>
                  <a:off x="4158186" y="3433877"/>
                  <a:ext cx="795992" cy="580715"/>
                </a:xfrm>
                <a:custGeom>
                  <a:rect b="b" l="l" r="r" t="t"/>
                  <a:pathLst>
                    <a:path extrusionOk="0" h="4896" w="6711">
                      <a:moveTo>
                        <a:pt x="1" y="4895"/>
                      </a:moveTo>
                      <a:lnTo>
                        <a:pt x="6710" y="4895"/>
                      </a:lnTo>
                      <a:lnTo>
                        <a:pt x="671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7"/>
                <p:cNvSpPr/>
                <p:nvPr/>
              </p:nvSpPr>
              <p:spPr>
                <a:xfrm>
                  <a:off x="4158186" y="3433877"/>
                  <a:ext cx="740957" cy="580715"/>
                </a:xfrm>
                <a:custGeom>
                  <a:rect b="b" l="l" r="r" t="t"/>
                  <a:pathLst>
                    <a:path extrusionOk="0" h="4896" w="6247">
                      <a:moveTo>
                        <a:pt x="1" y="4895"/>
                      </a:moveTo>
                      <a:lnTo>
                        <a:pt x="6246" y="4895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" name="Google Shape;335;p7"/>
                <p:cNvSpPr/>
                <p:nvPr/>
              </p:nvSpPr>
              <p:spPr>
                <a:xfrm>
                  <a:off x="4512708" y="3433877"/>
                  <a:ext cx="31787" cy="580715"/>
                </a:xfrm>
                <a:custGeom>
                  <a:rect b="b" l="l" r="r" t="t"/>
                  <a:pathLst>
                    <a:path extrusionOk="0" h="4896" w="268">
                      <a:moveTo>
                        <a:pt x="1" y="4895"/>
                      </a:moveTo>
                      <a:lnTo>
                        <a:pt x="1" y="0"/>
                      </a:lnTo>
                      <a:lnTo>
                        <a:pt x="268" y="0"/>
                      </a:lnTo>
                      <a:lnTo>
                        <a:pt x="268" y="489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" name="Google Shape;336;p7"/>
                <p:cNvSpPr/>
                <p:nvPr/>
              </p:nvSpPr>
              <p:spPr>
                <a:xfrm>
                  <a:off x="4860588" y="3433877"/>
                  <a:ext cx="38548" cy="580715"/>
                </a:xfrm>
                <a:custGeom>
                  <a:rect b="b" l="l" r="r" t="t"/>
                  <a:pathLst>
                    <a:path extrusionOk="0" h="4896" w="325">
                      <a:moveTo>
                        <a:pt x="1" y="4895"/>
                      </a:moveTo>
                      <a:lnTo>
                        <a:pt x="324" y="4895"/>
                      </a:lnTo>
                      <a:lnTo>
                        <a:pt x="324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" name="Google Shape;337;p7"/>
                <p:cNvSpPr/>
                <p:nvPr/>
              </p:nvSpPr>
              <p:spPr>
                <a:xfrm>
                  <a:off x="4158186" y="3705018"/>
                  <a:ext cx="740957" cy="35109"/>
                </a:xfrm>
                <a:custGeom>
                  <a:rect b="b" l="l" r="r" t="t"/>
                  <a:pathLst>
                    <a:path extrusionOk="0" h="296" w="6247">
                      <a:moveTo>
                        <a:pt x="1" y="296"/>
                      </a:moveTo>
                      <a:lnTo>
                        <a:pt x="6246" y="296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" name="Google Shape;338;p7"/>
                <p:cNvSpPr/>
                <p:nvPr/>
              </p:nvSpPr>
              <p:spPr>
                <a:xfrm>
                  <a:off x="4265764" y="3528290"/>
                  <a:ext cx="115289" cy="128455"/>
                </a:xfrm>
                <a:custGeom>
                  <a:rect b="b" l="l" r="r" t="t"/>
                  <a:pathLst>
                    <a:path extrusionOk="0" h="1083" w="972">
                      <a:moveTo>
                        <a:pt x="884" y="1"/>
                      </a:moveTo>
                      <a:cubicBezTo>
                        <a:pt x="861" y="1"/>
                        <a:pt x="838" y="10"/>
                        <a:pt x="824" y="27"/>
                      </a:cubicBezTo>
                      <a:lnTo>
                        <a:pt x="36" y="935"/>
                      </a:lnTo>
                      <a:cubicBezTo>
                        <a:pt x="1" y="963"/>
                        <a:pt x="1" y="1019"/>
                        <a:pt x="36" y="1047"/>
                      </a:cubicBezTo>
                      <a:cubicBezTo>
                        <a:pt x="36" y="1047"/>
                        <a:pt x="64" y="1082"/>
                        <a:pt x="92" y="1082"/>
                      </a:cubicBezTo>
                      <a:cubicBezTo>
                        <a:pt x="92" y="1082"/>
                        <a:pt x="121" y="1047"/>
                        <a:pt x="149" y="1047"/>
                      </a:cubicBezTo>
                      <a:lnTo>
                        <a:pt x="943" y="112"/>
                      </a:lnTo>
                      <a:cubicBezTo>
                        <a:pt x="972" y="84"/>
                        <a:pt x="972" y="55"/>
                        <a:pt x="943" y="27"/>
                      </a:cubicBezTo>
                      <a:cubicBezTo>
                        <a:pt x="929" y="10"/>
                        <a:pt x="906" y="1"/>
                        <a:pt x="88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" name="Google Shape;339;p7"/>
                <p:cNvSpPr/>
                <p:nvPr/>
              </p:nvSpPr>
              <p:spPr>
                <a:xfrm>
                  <a:off x="4687063" y="3789231"/>
                  <a:ext cx="117780" cy="127743"/>
                </a:xfrm>
                <a:custGeom>
                  <a:rect b="b" l="l" r="r" t="t"/>
                  <a:pathLst>
                    <a:path extrusionOk="0" h="1077" w="993">
                      <a:moveTo>
                        <a:pt x="907" y="1"/>
                      </a:moveTo>
                      <a:cubicBezTo>
                        <a:pt x="885" y="1"/>
                        <a:pt x="862" y="8"/>
                        <a:pt x="845" y="22"/>
                      </a:cubicBezTo>
                      <a:lnTo>
                        <a:pt x="29" y="929"/>
                      </a:lnTo>
                      <a:cubicBezTo>
                        <a:pt x="1" y="957"/>
                        <a:pt x="29" y="1020"/>
                        <a:pt x="57" y="1048"/>
                      </a:cubicBezTo>
                      <a:lnTo>
                        <a:pt x="85" y="1077"/>
                      </a:lnTo>
                      <a:cubicBezTo>
                        <a:pt x="113" y="1077"/>
                        <a:pt x="141" y="1048"/>
                        <a:pt x="141" y="1048"/>
                      </a:cubicBezTo>
                      <a:lnTo>
                        <a:pt x="964" y="113"/>
                      </a:lnTo>
                      <a:cubicBezTo>
                        <a:pt x="992" y="78"/>
                        <a:pt x="992" y="50"/>
                        <a:pt x="964" y="22"/>
                      </a:cubicBezTo>
                      <a:cubicBezTo>
                        <a:pt x="950" y="8"/>
                        <a:pt x="929" y="1"/>
                        <a:pt x="907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" name="Google Shape;340;p7"/>
                <p:cNvSpPr/>
                <p:nvPr/>
              </p:nvSpPr>
              <p:spPr>
                <a:xfrm>
                  <a:off x="4607002" y="3816748"/>
                  <a:ext cx="114340" cy="127743"/>
                </a:xfrm>
                <a:custGeom>
                  <a:rect b="b" l="l" r="r" t="t"/>
                  <a:pathLst>
                    <a:path extrusionOk="0" h="1077" w="964">
                      <a:moveTo>
                        <a:pt x="894" y="1"/>
                      </a:moveTo>
                      <a:cubicBezTo>
                        <a:pt x="880" y="1"/>
                        <a:pt x="866" y="8"/>
                        <a:pt x="851" y="22"/>
                      </a:cubicBezTo>
                      <a:lnTo>
                        <a:pt x="29" y="964"/>
                      </a:lnTo>
                      <a:cubicBezTo>
                        <a:pt x="0" y="992"/>
                        <a:pt x="0" y="1020"/>
                        <a:pt x="29" y="1048"/>
                      </a:cubicBezTo>
                      <a:cubicBezTo>
                        <a:pt x="29" y="1077"/>
                        <a:pt x="57" y="1077"/>
                        <a:pt x="85" y="1077"/>
                      </a:cubicBezTo>
                      <a:cubicBezTo>
                        <a:pt x="85" y="1077"/>
                        <a:pt x="113" y="1077"/>
                        <a:pt x="148" y="1048"/>
                      </a:cubicBezTo>
                      <a:lnTo>
                        <a:pt x="964" y="141"/>
                      </a:lnTo>
                      <a:cubicBezTo>
                        <a:pt x="964" y="113"/>
                        <a:pt x="964" y="57"/>
                        <a:pt x="936" y="22"/>
                      </a:cubicBezTo>
                      <a:cubicBezTo>
                        <a:pt x="922" y="8"/>
                        <a:pt x="908" y="1"/>
                        <a:pt x="89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" name="Google Shape;341;p7"/>
                <p:cNvSpPr/>
                <p:nvPr/>
              </p:nvSpPr>
              <p:spPr>
                <a:xfrm>
                  <a:off x="5093298" y="2394503"/>
                  <a:ext cx="1519157" cy="754241"/>
                </a:xfrm>
                <a:custGeom>
                  <a:rect b="b" l="l" r="r" t="t"/>
                  <a:pathLst>
                    <a:path extrusionOk="0" h="6359" w="12808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42" name="Google Shape;342;p7"/>
                <p:cNvGrpSpPr/>
                <p:nvPr/>
              </p:nvGrpSpPr>
              <p:grpSpPr>
                <a:xfrm>
                  <a:off x="5951675" y="3577056"/>
                  <a:ext cx="2233218" cy="1032855"/>
                  <a:chOff x="5951675" y="3577056"/>
                  <a:chExt cx="2233218" cy="1032855"/>
                </a:xfrm>
              </p:grpSpPr>
              <p:sp>
                <p:nvSpPr>
                  <p:cNvPr id="343" name="Google Shape;343;p7"/>
                  <p:cNvSpPr/>
                  <p:nvPr/>
                </p:nvSpPr>
                <p:spPr>
                  <a:xfrm>
                    <a:off x="5951675" y="3812955"/>
                    <a:ext cx="737887" cy="796955"/>
                  </a:xfrm>
                  <a:custGeom>
                    <a:rect b="b" l="l" r="r" t="t"/>
                    <a:pathLst>
                      <a:path extrusionOk="0" h="4277" w="3960">
                        <a:moveTo>
                          <a:pt x="1146" y="4276"/>
                        </a:moveTo>
                        <a:cubicBezTo>
                          <a:pt x="499" y="4276"/>
                          <a:pt x="0" y="3749"/>
                          <a:pt x="0" y="3130"/>
                        </a:cubicBezTo>
                        <a:cubicBezTo>
                          <a:pt x="0" y="2666"/>
                          <a:pt x="267" y="2286"/>
                          <a:pt x="675" y="2110"/>
                        </a:cubicBezTo>
                        <a:cubicBezTo>
                          <a:pt x="647" y="2019"/>
                          <a:pt x="619" y="1899"/>
                          <a:pt x="619" y="1815"/>
                        </a:cubicBezTo>
                        <a:cubicBezTo>
                          <a:pt x="619" y="1372"/>
                          <a:pt x="907" y="1020"/>
                          <a:pt x="1322" y="936"/>
                        </a:cubicBezTo>
                        <a:cubicBezTo>
                          <a:pt x="1294" y="844"/>
                          <a:pt x="1294" y="788"/>
                          <a:pt x="1294" y="703"/>
                        </a:cubicBezTo>
                        <a:cubicBezTo>
                          <a:pt x="1294" y="317"/>
                          <a:pt x="1611" y="0"/>
                          <a:pt x="1997" y="0"/>
                        </a:cubicBezTo>
                        <a:cubicBezTo>
                          <a:pt x="2377" y="0"/>
                          <a:pt x="2701" y="317"/>
                          <a:pt x="2701" y="703"/>
                        </a:cubicBezTo>
                        <a:cubicBezTo>
                          <a:pt x="2701" y="788"/>
                          <a:pt x="2701" y="844"/>
                          <a:pt x="2666" y="936"/>
                        </a:cubicBezTo>
                        <a:cubicBezTo>
                          <a:pt x="3052" y="1055"/>
                          <a:pt x="3341" y="1407"/>
                          <a:pt x="3341" y="1815"/>
                        </a:cubicBezTo>
                        <a:cubicBezTo>
                          <a:pt x="3341" y="1899"/>
                          <a:pt x="3313" y="2019"/>
                          <a:pt x="3284" y="2110"/>
                        </a:cubicBezTo>
                        <a:cubicBezTo>
                          <a:pt x="3692" y="2286"/>
                          <a:pt x="3960" y="2666"/>
                          <a:pt x="3960" y="3130"/>
                        </a:cubicBezTo>
                        <a:cubicBezTo>
                          <a:pt x="3960" y="3749"/>
                          <a:pt x="3460" y="4276"/>
                          <a:pt x="2813" y="4276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4" name="Google Shape;344;p7"/>
                  <p:cNvSpPr/>
                  <p:nvPr/>
                </p:nvSpPr>
                <p:spPr>
                  <a:xfrm>
                    <a:off x="7431168" y="3801030"/>
                    <a:ext cx="753725" cy="808880"/>
                  </a:xfrm>
                  <a:custGeom>
                    <a:rect b="b" l="l" r="r" t="t"/>
                    <a:pathLst>
                      <a:path extrusionOk="0" h="4341" w="4045">
                        <a:moveTo>
                          <a:pt x="1203" y="4340"/>
                        </a:moveTo>
                        <a:cubicBezTo>
                          <a:pt x="528" y="4340"/>
                          <a:pt x="0" y="3813"/>
                          <a:pt x="0" y="3194"/>
                        </a:cubicBezTo>
                        <a:cubicBezTo>
                          <a:pt x="0" y="2730"/>
                          <a:pt x="296" y="2315"/>
                          <a:pt x="704" y="2139"/>
                        </a:cubicBezTo>
                        <a:cubicBezTo>
                          <a:pt x="675" y="2055"/>
                          <a:pt x="647" y="1935"/>
                          <a:pt x="647" y="1851"/>
                        </a:cubicBezTo>
                        <a:cubicBezTo>
                          <a:pt x="647" y="1407"/>
                          <a:pt x="971" y="1056"/>
                          <a:pt x="1379" y="943"/>
                        </a:cubicBezTo>
                        <a:cubicBezTo>
                          <a:pt x="1351" y="880"/>
                          <a:pt x="1323" y="796"/>
                          <a:pt x="1323" y="704"/>
                        </a:cubicBezTo>
                        <a:cubicBezTo>
                          <a:pt x="1323" y="324"/>
                          <a:pt x="1646" y="1"/>
                          <a:pt x="2054" y="1"/>
                        </a:cubicBezTo>
                        <a:cubicBezTo>
                          <a:pt x="2434" y="1"/>
                          <a:pt x="2757" y="324"/>
                          <a:pt x="2757" y="704"/>
                        </a:cubicBezTo>
                        <a:cubicBezTo>
                          <a:pt x="2757" y="796"/>
                          <a:pt x="2757" y="880"/>
                          <a:pt x="2729" y="971"/>
                        </a:cubicBezTo>
                        <a:cubicBezTo>
                          <a:pt x="3109" y="1056"/>
                          <a:pt x="3404" y="1436"/>
                          <a:pt x="3404" y="1851"/>
                        </a:cubicBezTo>
                        <a:cubicBezTo>
                          <a:pt x="3404" y="1935"/>
                          <a:pt x="3376" y="2055"/>
                          <a:pt x="3341" y="2139"/>
                        </a:cubicBezTo>
                        <a:cubicBezTo>
                          <a:pt x="3756" y="2315"/>
                          <a:pt x="4044" y="2730"/>
                          <a:pt x="4044" y="3194"/>
                        </a:cubicBezTo>
                        <a:cubicBezTo>
                          <a:pt x="4044" y="3813"/>
                          <a:pt x="3517" y="4340"/>
                          <a:pt x="2877" y="434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5" name="Google Shape;345;p7"/>
                  <p:cNvSpPr/>
                  <p:nvPr/>
                </p:nvSpPr>
                <p:spPr>
                  <a:xfrm>
                    <a:off x="6377448" y="3577056"/>
                    <a:ext cx="962048" cy="1032855"/>
                  </a:xfrm>
                  <a:custGeom>
                    <a:rect b="b" l="l" r="r" t="t"/>
                    <a:pathLst>
                      <a:path extrusionOk="0" h="5543" w="5163">
                        <a:moveTo>
                          <a:pt x="1499" y="5542"/>
                        </a:moveTo>
                        <a:cubicBezTo>
                          <a:pt x="676" y="5542"/>
                          <a:pt x="1" y="4867"/>
                          <a:pt x="1" y="4044"/>
                        </a:cubicBezTo>
                        <a:cubicBezTo>
                          <a:pt x="1" y="3460"/>
                          <a:pt x="352" y="2961"/>
                          <a:pt x="880" y="2729"/>
                        </a:cubicBezTo>
                        <a:cubicBezTo>
                          <a:pt x="824" y="2609"/>
                          <a:pt x="796" y="2462"/>
                          <a:pt x="796" y="2349"/>
                        </a:cubicBezTo>
                        <a:cubicBezTo>
                          <a:pt x="796" y="1794"/>
                          <a:pt x="1203" y="1322"/>
                          <a:pt x="1731" y="1203"/>
                        </a:cubicBezTo>
                        <a:cubicBezTo>
                          <a:pt x="1703" y="1118"/>
                          <a:pt x="1675" y="999"/>
                          <a:pt x="1675" y="879"/>
                        </a:cubicBezTo>
                        <a:cubicBezTo>
                          <a:pt x="1675" y="387"/>
                          <a:pt x="2083" y="0"/>
                          <a:pt x="2582" y="0"/>
                        </a:cubicBezTo>
                        <a:cubicBezTo>
                          <a:pt x="3109" y="0"/>
                          <a:pt x="3517" y="387"/>
                          <a:pt x="3517" y="879"/>
                        </a:cubicBezTo>
                        <a:cubicBezTo>
                          <a:pt x="3517" y="999"/>
                          <a:pt x="3489" y="1118"/>
                          <a:pt x="3461" y="1203"/>
                        </a:cubicBezTo>
                        <a:cubicBezTo>
                          <a:pt x="3960" y="1351"/>
                          <a:pt x="4340" y="1822"/>
                          <a:pt x="4340" y="2349"/>
                        </a:cubicBezTo>
                        <a:cubicBezTo>
                          <a:pt x="4340" y="2462"/>
                          <a:pt x="4312" y="2609"/>
                          <a:pt x="4284" y="2729"/>
                        </a:cubicBezTo>
                        <a:cubicBezTo>
                          <a:pt x="4811" y="2961"/>
                          <a:pt x="5163" y="3460"/>
                          <a:pt x="5163" y="4044"/>
                        </a:cubicBezTo>
                        <a:cubicBezTo>
                          <a:pt x="5163" y="4867"/>
                          <a:pt x="4488" y="5542"/>
                          <a:pt x="3637" y="554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346" name="Google Shape;346;p7"/>
            <p:cNvGrpSpPr/>
            <p:nvPr/>
          </p:nvGrpSpPr>
          <p:grpSpPr>
            <a:xfrm>
              <a:off x="1654271" y="4766147"/>
              <a:ext cx="859478" cy="639647"/>
              <a:chOff x="5951675" y="3577056"/>
              <a:chExt cx="1387821" cy="1032855"/>
            </a:xfrm>
          </p:grpSpPr>
          <p:sp>
            <p:nvSpPr>
              <p:cNvPr id="347" name="Google Shape;347;p7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7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"/>
          <p:cNvSpPr txBox="1"/>
          <p:nvPr>
            <p:ph type="title"/>
          </p:nvPr>
        </p:nvSpPr>
        <p:spPr>
          <a:xfrm>
            <a:off x="715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51" name="Google Shape;351;p8"/>
          <p:cNvGrpSpPr/>
          <p:nvPr/>
        </p:nvGrpSpPr>
        <p:grpSpPr>
          <a:xfrm>
            <a:off x="6371628" y="76028"/>
            <a:ext cx="3356101" cy="5128818"/>
            <a:chOff x="6371628" y="76028"/>
            <a:chExt cx="3356101" cy="5128818"/>
          </a:xfrm>
        </p:grpSpPr>
        <p:grpSp>
          <p:nvGrpSpPr>
            <p:cNvPr id="352" name="Google Shape;352;p8"/>
            <p:cNvGrpSpPr/>
            <p:nvPr/>
          </p:nvGrpSpPr>
          <p:grpSpPr>
            <a:xfrm>
              <a:off x="6830033" y="76028"/>
              <a:ext cx="2897695" cy="1572227"/>
              <a:chOff x="6229583" y="1671653"/>
              <a:chExt cx="2897695" cy="1572227"/>
            </a:xfrm>
          </p:grpSpPr>
          <p:sp>
            <p:nvSpPr>
              <p:cNvPr id="353" name="Google Shape;353;p8"/>
              <p:cNvSpPr/>
              <p:nvPr/>
            </p:nvSpPr>
            <p:spPr>
              <a:xfrm>
                <a:off x="7524304" y="1671653"/>
                <a:ext cx="1415426" cy="380324"/>
              </a:xfrm>
              <a:custGeom>
                <a:rect b="b" l="l" r="r" t="t"/>
                <a:pathLst>
                  <a:path extrusionOk="0" h="3693" w="13744">
                    <a:moveTo>
                      <a:pt x="13743" y="3693"/>
                    </a:moveTo>
                    <a:lnTo>
                      <a:pt x="13743" y="3489"/>
                    </a:lnTo>
                    <a:cubicBezTo>
                      <a:pt x="13743" y="1555"/>
                      <a:pt x="11894" y="1"/>
                      <a:pt x="9608" y="1"/>
                    </a:cubicBezTo>
                    <a:cubicBezTo>
                      <a:pt x="7850" y="1"/>
                      <a:pt x="6359" y="943"/>
                      <a:pt x="5768" y="2230"/>
                    </a:cubicBezTo>
                    <a:cubicBezTo>
                      <a:pt x="5156" y="1674"/>
                      <a:pt x="4277" y="1323"/>
                      <a:pt x="3306" y="1323"/>
                    </a:cubicBezTo>
                    <a:cubicBezTo>
                      <a:pt x="1639" y="1323"/>
                      <a:pt x="261" y="2350"/>
                      <a:pt x="1" y="369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8168647" y="2986982"/>
                <a:ext cx="958632" cy="256898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6229583" y="2369875"/>
                <a:ext cx="657111" cy="176099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6" name="Google Shape;356;p8"/>
            <p:cNvSpPr/>
            <p:nvPr/>
          </p:nvSpPr>
          <p:spPr>
            <a:xfrm flipH="1">
              <a:off x="6371628" y="4475676"/>
              <a:ext cx="1350173" cy="699458"/>
            </a:xfrm>
            <a:custGeom>
              <a:rect b="b" l="l" r="r" t="t"/>
              <a:pathLst>
                <a:path extrusionOk="0" h="25579" w="49380">
                  <a:moveTo>
                    <a:pt x="0" y="28"/>
                  </a:moveTo>
                  <a:lnTo>
                    <a:pt x="0" y="25579"/>
                  </a:lnTo>
                  <a:lnTo>
                    <a:pt x="49379" y="25579"/>
                  </a:lnTo>
                  <a:cubicBezTo>
                    <a:pt x="45335" y="20480"/>
                    <a:pt x="38801" y="18019"/>
                    <a:pt x="32380" y="18757"/>
                  </a:cubicBezTo>
                  <a:cubicBezTo>
                    <a:pt x="32029" y="17315"/>
                    <a:pt x="31473" y="15909"/>
                    <a:pt x="30622" y="14594"/>
                  </a:cubicBezTo>
                  <a:cubicBezTo>
                    <a:pt x="27021" y="8876"/>
                    <a:pt x="19812" y="6506"/>
                    <a:pt x="13335" y="8468"/>
                  </a:cubicBezTo>
                  <a:cubicBezTo>
                    <a:pt x="13068" y="7265"/>
                    <a:pt x="12632" y="6098"/>
                    <a:pt x="11928" y="4979"/>
                  </a:cubicBezTo>
                  <a:cubicBezTo>
                    <a:pt x="10226" y="2286"/>
                    <a:pt x="7441" y="556"/>
                    <a:pt x="4424" y="0"/>
                  </a:cubicBezTo>
                  <a:lnTo>
                    <a:pt x="120" y="0"/>
                  </a:lnTo>
                  <a:cubicBezTo>
                    <a:pt x="92" y="0"/>
                    <a:pt x="29" y="28"/>
                    <a:pt x="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0999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7" name="Google Shape;357;p8"/>
            <p:cNvGrpSpPr/>
            <p:nvPr/>
          </p:nvGrpSpPr>
          <p:grpSpPr>
            <a:xfrm>
              <a:off x="7427902" y="2101392"/>
              <a:ext cx="1798063" cy="3103454"/>
              <a:chOff x="4537475" y="1366675"/>
              <a:chExt cx="1878265" cy="3241882"/>
            </a:xfrm>
          </p:grpSpPr>
          <p:sp>
            <p:nvSpPr>
              <p:cNvPr id="358" name="Google Shape;358;p8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8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8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8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8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8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8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8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8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8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8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8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8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8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8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7" name="Google Shape;397;p8"/>
            <p:cNvSpPr/>
            <p:nvPr/>
          </p:nvSpPr>
          <p:spPr>
            <a:xfrm>
              <a:off x="7878400" y="697525"/>
              <a:ext cx="840952" cy="1162694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28588" rotWithShape="0" algn="bl" dir="8280000" dist="2952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98" name="Google Shape;398;p8"/>
          <p:cNvCxnSpPr/>
          <p:nvPr/>
        </p:nvCxnSpPr>
        <p:spPr>
          <a:xfrm>
            <a:off x="505850" y="-9175"/>
            <a:ext cx="0" cy="516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" name="Google Shape;399;p8"/>
          <p:cNvSpPr/>
          <p:nvPr/>
        </p:nvSpPr>
        <p:spPr>
          <a:xfrm>
            <a:off x="375950" y="0"/>
            <a:ext cx="259800" cy="288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"/>
          <p:cNvSpPr txBox="1"/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2" name="Google Shape;402;p9"/>
          <p:cNvSpPr txBox="1"/>
          <p:nvPr>
            <p:ph idx="1" type="subTitle"/>
          </p:nvPr>
        </p:nvSpPr>
        <p:spPr>
          <a:xfrm>
            <a:off x="2241475" y="2168600"/>
            <a:ext cx="4661100" cy="5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3" name="Google Shape;403;p9"/>
          <p:cNvSpPr/>
          <p:nvPr/>
        </p:nvSpPr>
        <p:spPr>
          <a:xfrm flipH="1">
            <a:off x="1751808" y="5077051"/>
            <a:ext cx="312100" cy="79099"/>
          </a:xfrm>
          <a:custGeom>
            <a:rect b="b" l="l" r="r" t="t"/>
            <a:pathLst>
              <a:path extrusionOk="0" h="936" w="4249">
                <a:moveTo>
                  <a:pt x="1027" y="0"/>
                </a:moveTo>
                <a:lnTo>
                  <a:pt x="1027" y="0"/>
                </a:lnTo>
                <a:lnTo>
                  <a:pt x="1" y="0"/>
                </a:lnTo>
                <a:lnTo>
                  <a:pt x="1" y="936"/>
                </a:lnTo>
                <a:lnTo>
                  <a:pt x="4248" y="936"/>
                </a:lnTo>
                <a:lnTo>
                  <a:pt x="424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 flipH="1">
            <a:off x="-1069880" y="4564551"/>
            <a:ext cx="45028" cy="581249"/>
          </a:xfrm>
          <a:custGeom>
            <a:rect b="b" l="l" r="r" t="t"/>
            <a:pathLst>
              <a:path extrusionOk="0" h="7913" w="613">
                <a:moveTo>
                  <a:pt x="1" y="7913"/>
                </a:moveTo>
                <a:lnTo>
                  <a:pt x="613" y="7913"/>
                </a:lnTo>
                <a:lnTo>
                  <a:pt x="613" y="1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5" name="Google Shape;405;p9"/>
          <p:cNvGrpSpPr/>
          <p:nvPr/>
        </p:nvGrpSpPr>
        <p:grpSpPr>
          <a:xfrm>
            <a:off x="-1266231" y="667175"/>
            <a:ext cx="4576156" cy="4519531"/>
            <a:chOff x="-1266231" y="667175"/>
            <a:chExt cx="4576156" cy="4519531"/>
          </a:xfrm>
        </p:grpSpPr>
        <p:grpSp>
          <p:nvGrpSpPr>
            <p:cNvPr id="406" name="Google Shape;406;p9"/>
            <p:cNvGrpSpPr/>
            <p:nvPr/>
          </p:nvGrpSpPr>
          <p:grpSpPr>
            <a:xfrm>
              <a:off x="-1266231" y="1293100"/>
              <a:ext cx="4576156" cy="3893605"/>
              <a:chOff x="-1266231" y="1293100"/>
              <a:chExt cx="4576156" cy="3893605"/>
            </a:xfrm>
          </p:grpSpPr>
          <p:sp>
            <p:nvSpPr>
              <p:cNvPr id="407" name="Google Shape;407;p9"/>
              <p:cNvSpPr/>
              <p:nvPr/>
            </p:nvSpPr>
            <p:spPr>
              <a:xfrm>
                <a:off x="2122089" y="4531451"/>
                <a:ext cx="1187836" cy="615367"/>
              </a:xfrm>
              <a:custGeom>
                <a:rect b="b" l="l" r="r" t="t"/>
                <a:pathLst>
                  <a:path extrusionOk="0" h="25579" w="49380">
                    <a:moveTo>
                      <a:pt x="0" y="28"/>
                    </a:moveTo>
                    <a:lnTo>
                      <a:pt x="0" y="25579"/>
                    </a:lnTo>
                    <a:lnTo>
                      <a:pt x="49379" y="25579"/>
                    </a:lnTo>
                    <a:cubicBezTo>
                      <a:pt x="45335" y="20480"/>
                      <a:pt x="38801" y="18019"/>
                      <a:pt x="32380" y="18757"/>
                    </a:cubicBezTo>
                    <a:cubicBezTo>
                      <a:pt x="32029" y="17315"/>
                      <a:pt x="31473" y="15909"/>
                      <a:pt x="30622" y="14594"/>
                    </a:cubicBezTo>
                    <a:cubicBezTo>
                      <a:pt x="27021" y="8876"/>
                      <a:pt x="19812" y="6506"/>
                      <a:pt x="13335" y="8468"/>
                    </a:cubicBezTo>
                    <a:cubicBezTo>
                      <a:pt x="13068" y="7265"/>
                      <a:pt x="12632" y="6098"/>
                      <a:pt x="11928" y="4979"/>
                    </a:cubicBezTo>
                    <a:cubicBezTo>
                      <a:pt x="10226" y="2286"/>
                      <a:pt x="7441" y="556"/>
                      <a:pt x="4424" y="0"/>
                    </a:cubicBezTo>
                    <a:lnTo>
                      <a:pt x="120" y="0"/>
                    </a:lnTo>
                    <a:cubicBezTo>
                      <a:pt x="92" y="0"/>
                      <a:pt x="29" y="28"/>
                      <a:pt x="0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08" name="Google Shape;408;p9"/>
              <p:cNvGrpSpPr/>
              <p:nvPr/>
            </p:nvGrpSpPr>
            <p:grpSpPr>
              <a:xfrm>
                <a:off x="-1266231" y="2821088"/>
                <a:ext cx="3547638" cy="2365617"/>
                <a:chOff x="-1266231" y="2780188"/>
                <a:chExt cx="3547638" cy="2365617"/>
              </a:xfrm>
            </p:grpSpPr>
            <p:sp>
              <p:nvSpPr>
                <p:cNvPr id="409" name="Google Shape;409;p9"/>
                <p:cNvSpPr/>
                <p:nvPr/>
              </p:nvSpPr>
              <p:spPr>
                <a:xfrm flipH="1">
                  <a:off x="-383313" y="3667228"/>
                  <a:ext cx="1657365" cy="1478576"/>
                </a:xfrm>
                <a:custGeom>
                  <a:rect b="b" l="l" r="r" t="t"/>
                  <a:pathLst>
                    <a:path extrusionOk="0" h="20129" w="22563">
                      <a:moveTo>
                        <a:pt x="1" y="1"/>
                      </a:moveTo>
                      <a:lnTo>
                        <a:pt x="1" y="20129"/>
                      </a:lnTo>
                      <a:lnTo>
                        <a:pt x="22563" y="20129"/>
                      </a:lnTo>
                      <a:lnTo>
                        <a:pt x="225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" name="Google Shape;410;p9"/>
                <p:cNvSpPr/>
                <p:nvPr/>
              </p:nvSpPr>
              <p:spPr>
                <a:xfrm flipH="1">
                  <a:off x="1273972" y="3122708"/>
                  <a:ext cx="938681" cy="2023098"/>
                </a:xfrm>
                <a:custGeom>
                  <a:rect b="b" l="l" r="r" t="t"/>
                  <a:pathLst>
                    <a:path extrusionOk="0" h="27542" w="12779">
                      <a:moveTo>
                        <a:pt x="12547" y="7414"/>
                      </a:moveTo>
                      <a:lnTo>
                        <a:pt x="6330" y="1"/>
                      </a:lnTo>
                      <a:lnTo>
                        <a:pt x="0" y="7385"/>
                      </a:lnTo>
                      <a:lnTo>
                        <a:pt x="0" y="27542"/>
                      </a:lnTo>
                      <a:lnTo>
                        <a:pt x="12779" y="27542"/>
                      </a:lnTo>
                      <a:lnTo>
                        <a:pt x="12779" y="741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" name="Google Shape;411;p9"/>
                <p:cNvSpPr/>
                <p:nvPr/>
              </p:nvSpPr>
              <p:spPr>
                <a:xfrm flipH="1">
                  <a:off x="1556041" y="3632631"/>
                  <a:ext cx="378734" cy="378734"/>
                </a:xfrm>
                <a:custGeom>
                  <a:rect b="b" l="l" r="r" t="t"/>
                  <a:pathLst>
                    <a:path extrusionOk="0" h="5156" w="5156">
                      <a:moveTo>
                        <a:pt x="2575" y="5155"/>
                      </a:moveTo>
                      <a:cubicBezTo>
                        <a:pt x="3981" y="5155"/>
                        <a:pt x="5156" y="3988"/>
                        <a:pt x="5156" y="2581"/>
                      </a:cubicBezTo>
                      <a:cubicBezTo>
                        <a:pt x="5156" y="1147"/>
                        <a:pt x="3981" y="0"/>
                        <a:pt x="2575" y="0"/>
                      </a:cubicBezTo>
                      <a:cubicBezTo>
                        <a:pt x="1168" y="0"/>
                        <a:pt x="1" y="1147"/>
                        <a:pt x="1" y="2581"/>
                      </a:cubicBezTo>
                      <a:cubicBezTo>
                        <a:pt x="1" y="3988"/>
                        <a:pt x="1168" y="5155"/>
                        <a:pt x="2575" y="51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" name="Google Shape;412;p9"/>
                <p:cNvSpPr/>
                <p:nvPr/>
              </p:nvSpPr>
              <p:spPr>
                <a:xfrm flipH="1">
                  <a:off x="1556041" y="3632631"/>
                  <a:ext cx="350821" cy="376677"/>
                </a:xfrm>
                <a:custGeom>
                  <a:rect b="b" l="l" r="r" t="t"/>
                  <a:pathLst>
                    <a:path extrusionOk="0" h="5128" w="4776">
                      <a:moveTo>
                        <a:pt x="2406" y="0"/>
                      </a:moveTo>
                      <a:cubicBezTo>
                        <a:pt x="3721" y="92"/>
                        <a:pt x="4776" y="1203"/>
                        <a:pt x="4776" y="2581"/>
                      </a:cubicBezTo>
                      <a:cubicBezTo>
                        <a:pt x="4776" y="3925"/>
                        <a:pt x="3721" y="5043"/>
                        <a:pt x="2406" y="5127"/>
                      </a:cubicBezTo>
                      <a:cubicBezTo>
                        <a:pt x="1055" y="5043"/>
                        <a:pt x="1" y="3925"/>
                        <a:pt x="1" y="2581"/>
                      </a:cubicBezTo>
                      <a:cubicBezTo>
                        <a:pt x="1" y="1203"/>
                        <a:pt x="1055" y="92"/>
                        <a:pt x="240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" name="Google Shape;413;p9"/>
                <p:cNvSpPr/>
                <p:nvPr/>
              </p:nvSpPr>
              <p:spPr>
                <a:xfrm flipH="1">
                  <a:off x="1616421" y="3645559"/>
                  <a:ext cx="266642" cy="320851"/>
                </a:xfrm>
                <a:custGeom>
                  <a:rect b="b" l="l" r="r" t="t"/>
                  <a:pathLst>
                    <a:path extrusionOk="0" h="4368" w="3630">
                      <a:moveTo>
                        <a:pt x="2813" y="0"/>
                      </a:moveTo>
                      <a:cubicBezTo>
                        <a:pt x="3102" y="120"/>
                        <a:pt x="3397" y="296"/>
                        <a:pt x="3629" y="499"/>
                      </a:cubicBezTo>
                      <a:lnTo>
                        <a:pt x="612" y="4368"/>
                      </a:lnTo>
                      <a:cubicBezTo>
                        <a:pt x="352" y="4164"/>
                        <a:pt x="148" y="3896"/>
                        <a:pt x="0" y="3608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4" name="Google Shape;414;p9"/>
                <p:cNvSpPr/>
                <p:nvPr/>
              </p:nvSpPr>
              <p:spPr>
                <a:xfrm flipH="1">
                  <a:off x="1568897" y="3723053"/>
                  <a:ext cx="225874" cy="282141"/>
                </a:xfrm>
                <a:custGeom>
                  <a:rect b="b" l="l" r="r" t="t"/>
                  <a:pathLst>
                    <a:path extrusionOk="0" h="3841" w="3075">
                      <a:moveTo>
                        <a:pt x="2870" y="0"/>
                      </a:moveTo>
                      <a:cubicBezTo>
                        <a:pt x="2955" y="120"/>
                        <a:pt x="3018" y="267"/>
                        <a:pt x="3074" y="380"/>
                      </a:cubicBezTo>
                      <a:lnTo>
                        <a:pt x="380" y="3840"/>
                      </a:lnTo>
                      <a:cubicBezTo>
                        <a:pt x="233" y="3784"/>
                        <a:pt x="113" y="3749"/>
                        <a:pt x="1" y="3692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" name="Google Shape;415;p9"/>
                <p:cNvSpPr/>
                <p:nvPr/>
              </p:nvSpPr>
              <p:spPr>
                <a:xfrm flipH="1">
                  <a:off x="-460816" y="3027657"/>
                  <a:ext cx="2742222" cy="639646"/>
                </a:xfrm>
                <a:custGeom>
                  <a:rect b="b" l="l" r="r" t="t"/>
                  <a:pathLst>
                    <a:path extrusionOk="0" h="8708" w="37332">
                      <a:moveTo>
                        <a:pt x="1" y="8152"/>
                      </a:moveTo>
                      <a:lnTo>
                        <a:pt x="6942" y="1"/>
                      </a:lnTo>
                      <a:lnTo>
                        <a:pt x="30446" y="1"/>
                      </a:lnTo>
                      <a:lnTo>
                        <a:pt x="37332" y="8061"/>
                      </a:lnTo>
                      <a:lnTo>
                        <a:pt x="36776" y="8708"/>
                      </a:lnTo>
                      <a:lnTo>
                        <a:pt x="13483" y="8708"/>
                      </a:lnTo>
                      <a:lnTo>
                        <a:pt x="7266" y="1295"/>
                      </a:lnTo>
                      <a:lnTo>
                        <a:pt x="908" y="8708"/>
                      </a:lnTo>
                      <a:lnTo>
                        <a:pt x="380" y="870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" name="Google Shape;416;p9"/>
                <p:cNvSpPr/>
                <p:nvPr/>
              </p:nvSpPr>
              <p:spPr>
                <a:xfrm flipH="1">
                  <a:off x="-460808" y="3619703"/>
                  <a:ext cx="1751902" cy="47599"/>
                </a:xfrm>
                <a:custGeom>
                  <a:rect b="b" l="l" r="r" t="t"/>
                  <a:pathLst>
                    <a:path extrusionOk="0" h="648" w="23850">
                      <a:moveTo>
                        <a:pt x="23850" y="1"/>
                      </a:moveTo>
                      <a:lnTo>
                        <a:pt x="23294" y="648"/>
                      </a:lnTo>
                      <a:lnTo>
                        <a:pt x="1" y="648"/>
                      </a:lnTo>
                      <a:lnTo>
                        <a:pt x="31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" name="Google Shape;417;p9"/>
                <p:cNvSpPr/>
                <p:nvPr/>
              </p:nvSpPr>
              <p:spPr>
                <a:xfrm flipH="1">
                  <a:off x="1747683" y="3101038"/>
                  <a:ext cx="505811" cy="566265"/>
                </a:xfrm>
                <a:custGeom>
                  <a:rect b="b" l="l" r="r" t="t"/>
                  <a:pathLst>
                    <a:path extrusionOk="0" h="7709" w="6886">
                      <a:moveTo>
                        <a:pt x="6654" y="0"/>
                      </a:moveTo>
                      <a:lnTo>
                        <a:pt x="0" y="7709"/>
                      </a:lnTo>
                      <a:lnTo>
                        <a:pt x="528" y="7709"/>
                      </a:lnTo>
                      <a:lnTo>
                        <a:pt x="6886" y="2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" name="Google Shape;418;p9"/>
                <p:cNvSpPr/>
                <p:nvPr/>
              </p:nvSpPr>
              <p:spPr>
                <a:xfrm flipH="1">
                  <a:off x="57864" y="2903151"/>
                  <a:ext cx="380791" cy="486199"/>
                </a:xfrm>
                <a:custGeom>
                  <a:rect b="b" l="l" r="r" t="t"/>
                  <a:pathLst>
                    <a:path extrusionOk="0" h="6619" w="5184">
                      <a:moveTo>
                        <a:pt x="0" y="3046"/>
                      </a:moveTo>
                      <a:lnTo>
                        <a:pt x="0" y="6619"/>
                      </a:lnTo>
                      <a:lnTo>
                        <a:pt x="5184" y="6619"/>
                      </a:lnTo>
                      <a:lnTo>
                        <a:pt x="5184" y="2751"/>
                      </a:lnTo>
                      <a:lnTo>
                        <a:pt x="272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" name="Google Shape;419;p9"/>
                <p:cNvSpPr/>
                <p:nvPr/>
              </p:nvSpPr>
              <p:spPr>
                <a:xfrm flipH="1">
                  <a:off x="438579" y="3124764"/>
                  <a:ext cx="224332" cy="264585"/>
                </a:xfrm>
                <a:custGeom>
                  <a:rect b="b" l="l" r="r" t="t"/>
                  <a:pathLst>
                    <a:path extrusionOk="0" h="3602" w="3054">
                      <a:moveTo>
                        <a:pt x="2990" y="85"/>
                      </a:moveTo>
                      <a:lnTo>
                        <a:pt x="1" y="85"/>
                      </a:lnTo>
                      <a:lnTo>
                        <a:pt x="3053" y="3602"/>
                      </a:lnTo>
                      <a:lnTo>
                        <a:pt x="30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" name="Google Shape;420;p9"/>
                <p:cNvSpPr/>
                <p:nvPr/>
              </p:nvSpPr>
              <p:spPr>
                <a:xfrm flipH="1">
                  <a:off x="-54231" y="2780188"/>
                  <a:ext cx="859203" cy="350895"/>
                </a:xfrm>
                <a:custGeom>
                  <a:rect b="b" l="l" r="r" t="t"/>
                  <a:pathLst>
                    <a:path extrusionOk="0" h="4777" w="11697">
                      <a:moveTo>
                        <a:pt x="1" y="4045"/>
                      </a:moveTo>
                      <a:lnTo>
                        <a:pt x="3433" y="1"/>
                      </a:lnTo>
                      <a:lnTo>
                        <a:pt x="8061" y="1"/>
                      </a:lnTo>
                      <a:lnTo>
                        <a:pt x="11697" y="4045"/>
                      </a:lnTo>
                      <a:lnTo>
                        <a:pt x="11078" y="4776"/>
                      </a:lnTo>
                      <a:lnTo>
                        <a:pt x="10466" y="4776"/>
                      </a:lnTo>
                      <a:lnTo>
                        <a:pt x="7709" y="1675"/>
                      </a:lnTo>
                      <a:lnTo>
                        <a:pt x="4952" y="4776"/>
                      </a:lnTo>
                      <a:lnTo>
                        <a:pt x="556" y="477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" name="Google Shape;421;p9"/>
                <p:cNvSpPr/>
                <p:nvPr/>
              </p:nvSpPr>
              <p:spPr>
                <a:xfrm flipH="1">
                  <a:off x="714475" y="2971905"/>
                  <a:ext cx="90497" cy="105408"/>
                </a:xfrm>
                <a:custGeom>
                  <a:rect b="b" l="l" r="r" t="t"/>
                  <a:pathLst>
                    <a:path extrusionOk="0" h="1435" w="1232">
                      <a:moveTo>
                        <a:pt x="1232" y="0"/>
                      </a:moveTo>
                      <a:lnTo>
                        <a:pt x="1" y="1435"/>
                      </a:lnTo>
                      <a:close/>
                    </a:path>
                  </a:pathLst>
                </a:custGeom>
                <a:solidFill>
                  <a:srgbClr val="332B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" name="Google Shape;422;p9"/>
                <p:cNvSpPr/>
                <p:nvPr/>
              </p:nvSpPr>
              <p:spPr>
                <a:xfrm flipH="1">
                  <a:off x="441149" y="3077239"/>
                  <a:ext cx="363823" cy="53843"/>
                </a:xfrm>
                <a:custGeom>
                  <a:rect b="b" l="l" r="r" t="t"/>
                  <a:pathLst>
                    <a:path extrusionOk="0" h="733" w="4953">
                      <a:moveTo>
                        <a:pt x="1" y="1"/>
                      </a:moveTo>
                      <a:lnTo>
                        <a:pt x="556" y="732"/>
                      </a:lnTo>
                      <a:lnTo>
                        <a:pt x="4952" y="732"/>
                      </a:lnTo>
                      <a:lnTo>
                        <a:pt x="451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" name="Google Shape;423;p9"/>
                <p:cNvSpPr/>
                <p:nvPr/>
              </p:nvSpPr>
              <p:spPr>
                <a:xfrm flipH="1">
                  <a:off x="-8759" y="2877369"/>
                  <a:ext cx="247470" cy="253714"/>
                </a:xfrm>
                <a:custGeom>
                  <a:rect b="b" l="l" r="r" t="t"/>
                  <a:pathLst>
                    <a:path extrusionOk="0" h="3454" w="3369">
                      <a:moveTo>
                        <a:pt x="3369" y="3453"/>
                      </a:moveTo>
                      <a:lnTo>
                        <a:pt x="2757" y="3453"/>
                      </a:lnTo>
                      <a:lnTo>
                        <a:pt x="0" y="352"/>
                      </a:lnTo>
                      <a:lnTo>
                        <a:pt x="2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" name="Google Shape;424;p9"/>
                <p:cNvSpPr/>
                <p:nvPr/>
              </p:nvSpPr>
              <p:spPr>
                <a:xfrm flipH="1">
                  <a:off x="212851" y="2780188"/>
                  <a:ext cx="592121" cy="297125"/>
                </a:xfrm>
                <a:custGeom>
                  <a:rect b="b" l="l" r="r" t="t"/>
                  <a:pathLst>
                    <a:path extrusionOk="0" h="4045" w="8061">
                      <a:moveTo>
                        <a:pt x="4516" y="4045"/>
                      </a:moveTo>
                      <a:lnTo>
                        <a:pt x="1" y="4045"/>
                      </a:lnTo>
                      <a:lnTo>
                        <a:pt x="3433" y="1"/>
                      </a:lnTo>
                      <a:lnTo>
                        <a:pt x="8061" y="1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" name="Google Shape;425;p9"/>
                <p:cNvSpPr/>
                <p:nvPr/>
              </p:nvSpPr>
              <p:spPr>
                <a:xfrm flipH="1">
                  <a:off x="124488" y="3081426"/>
                  <a:ext cx="226388" cy="245413"/>
                </a:xfrm>
                <a:custGeom>
                  <a:rect b="b" l="l" r="r" t="t"/>
                  <a:pathLst>
                    <a:path extrusionOk="0" h="3341" w="3082">
                      <a:moveTo>
                        <a:pt x="1" y="3341"/>
                      </a:moveTo>
                      <a:lnTo>
                        <a:pt x="3081" y="3341"/>
                      </a:lnTo>
                      <a:lnTo>
                        <a:pt x="308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" name="Google Shape;426;p9"/>
                <p:cNvSpPr/>
                <p:nvPr/>
              </p:nvSpPr>
              <p:spPr>
                <a:xfrm flipH="1">
                  <a:off x="154458" y="3081426"/>
                  <a:ext cx="196419" cy="245413"/>
                </a:xfrm>
                <a:custGeom>
                  <a:rect b="b" l="l" r="r" t="t"/>
                  <a:pathLst>
                    <a:path extrusionOk="0" h="3341" w="2674">
                      <a:moveTo>
                        <a:pt x="1" y="3341"/>
                      </a:moveTo>
                      <a:lnTo>
                        <a:pt x="2673" y="3341"/>
                      </a:lnTo>
                      <a:lnTo>
                        <a:pt x="2673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" name="Google Shape;427;p9"/>
                <p:cNvSpPr/>
                <p:nvPr/>
              </p:nvSpPr>
              <p:spPr>
                <a:xfrm flipH="1">
                  <a:off x="221596" y="3123222"/>
                  <a:ext cx="74998" cy="81241"/>
                </a:xfrm>
                <a:custGeom>
                  <a:rect b="b" l="l" r="r" t="t"/>
                  <a:pathLst>
                    <a:path extrusionOk="0" h="1106" w="1021">
                      <a:moveTo>
                        <a:pt x="936" y="1"/>
                      </a:moveTo>
                      <a:cubicBezTo>
                        <a:pt x="915" y="1"/>
                        <a:pt x="894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7" y="1077"/>
                      </a:cubicBezTo>
                      <a:cubicBezTo>
                        <a:pt x="57" y="1105"/>
                        <a:pt x="85" y="1105"/>
                        <a:pt x="85" y="1105"/>
                      </a:cubicBezTo>
                      <a:cubicBezTo>
                        <a:pt x="113" y="1105"/>
                        <a:pt x="141" y="1077"/>
                        <a:pt x="141" y="1077"/>
                      </a:cubicBezTo>
                      <a:lnTo>
                        <a:pt x="992" y="134"/>
                      </a:lnTo>
                      <a:cubicBezTo>
                        <a:pt x="1020" y="106"/>
                        <a:pt x="1020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" name="Google Shape;428;p9"/>
                <p:cNvSpPr/>
                <p:nvPr/>
              </p:nvSpPr>
              <p:spPr>
                <a:xfrm flipH="1">
                  <a:off x="229896" y="3179268"/>
                  <a:ext cx="73455" cy="80947"/>
                </a:xfrm>
                <a:custGeom>
                  <a:rect b="b" l="l" r="r" t="t"/>
                  <a:pathLst>
                    <a:path extrusionOk="0" h="1102" w="1000">
                      <a:moveTo>
                        <a:pt x="920" y="0"/>
                      </a:moveTo>
                      <a:cubicBezTo>
                        <a:pt x="895" y="0"/>
                        <a:pt x="868" y="14"/>
                        <a:pt x="852" y="47"/>
                      </a:cubicBezTo>
                      <a:lnTo>
                        <a:pt x="29" y="989"/>
                      </a:lnTo>
                      <a:cubicBezTo>
                        <a:pt x="1" y="1017"/>
                        <a:pt x="1" y="1073"/>
                        <a:pt x="29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9" y="1073"/>
                      </a:cubicBezTo>
                      <a:lnTo>
                        <a:pt x="971" y="138"/>
                      </a:lnTo>
                      <a:cubicBezTo>
                        <a:pt x="1000" y="110"/>
                        <a:pt x="1000" y="47"/>
                        <a:pt x="971" y="18"/>
                      </a:cubicBezTo>
                      <a:cubicBezTo>
                        <a:pt x="957" y="7"/>
                        <a:pt x="939" y="0"/>
                        <a:pt x="920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9" name="Google Shape;429;p9"/>
                <p:cNvSpPr/>
                <p:nvPr/>
              </p:nvSpPr>
              <p:spPr>
                <a:xfrm flipH="1">
                  <a:off x="593566" y="3882157"/>
                  <a:ext cx="506325" cy="368377"/>
                </a:xfrm>
                <a:custGeom>
                  <a:rect b="b" l="l" r="r" t="t"/>
                  <a:pathLst>
                    <a:path extrusionOk="0" h="5015" w="6893">
                      <a:moveTo>
                        <a:pt x="0" y="5015"/>
                      </a:moveTo>
                      <a:lnTo>
                        <a:pt x="6892" y="5015"/>
                      </a:lnTo>
                      <a:lnTo>
                        <a:pt x="68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" name="Google Shape;430;p9"/>
                <p:cNvSpPr/>
                <p:nvPr/>
              </p:nvSpPr>
              <p:spPr>
                <a:xfrm flipH="1">
                  <a:off x="630220" y="3882157"/>
                  <a:ext cx="469671" cy="368377"/>
                </a:xfrm>
                <a:custGeom>
                  <a:rect b="b" l="l" r="r" t="t"/>
                  <a:pathLst>
                    <a:path extrusionOk="0" h="5015" w="6394">
                      <a:moveTo>
                        <a:pt x="0" y="5015"/>
                      </a:moveTo>
                      <a:lnTo>
                        <a:pt x="6393" y="5015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" name="Google Shape;431;p9"/>
                <p:cNvSpPr/>
                <p:nvPr/>
              </p:nvSpPr>
              <p:spPr>
                <a:xfrm flipH="1">
                  <a:off x="854480" y="3882157"/>
                  <a:ext cx="21228" cy="368377"/>
                </a:xfrm>
                <a:custGeom>
                  <a:rect b="b" l="l" r="r" t="t"/>
                  <a:pathLst>
                    <a:path extrusionOk="0" h="5015" w="289">
                      <a:moveTo>
                        <a:pt x="0" y="5015"/>
                      </a:moveTo>
                      <a:lnTo>
                        <a:pt x="0" y="0"/>
                      </a:lnTo>
                      <a:lnTo>
                        <a:pt x="289" y="0"/>
                      </a:lnTo>
                      <a:lnTo>
                        <a:pt x="289" y="501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" name="Google Shape;432;p9"/>
                <p:cNvSpPr/>
                <p:nvPr/>
              </p:nvSpPr>
              <p:spPr>
                <a:xfrm flipH="1">
                  <a:off x="630223" y="3882157"/>
                  <a:ext cx="21816" cy="368377"/>
                </a:xfrm>
                <a:custGeom>
                  <a:rect b="b" l="l" r="r" t="t"/>
                  <a:pathLst>
                    <a:path extrusionOk="0" h="5015" w="297">
                      <a:moveTo>
                        <a:pt x="1" y="5015"/>
                      </a:moveTo>
                      <a:lnTo>
                        <a:pt x="296" y="5015"/>
                      </a:lnTo>
                      <a:lnTo>
                        <a:pt x="29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" name="Google Shape;433;p9"/>
                <p:cNvSpPr/>
                <p:nvPr/>
              </p:nvSpPr>
              <p:spPr>
                <a:xfrm flipH="1">
                  <a:off x="630220" y="4054702"/>
                  <a:ext cx="469671" cy="23799"/>
                </a:xfrm>
                <a:custGeom>
                  <a:rect b="b" l="l" r="r" t="t"/>
                  <a:pathLst>
                    <a:path extrusionOk="0" h="324" w="6394">
                      <a:moveTo>
                        <a:pt x="0" y="324"/>
                      </a:moveTo>
                      <a:lnTo>
                        <a:pt x="6393" y="324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" name="Google Shape;434;p9"/>
                <p:cNvSpPr/>
                <p:nvPr/>
              </p:nvSpPr>
              <p:spPr>
                <a:xfrm flipH="1">
                  <a:off x="983612" y="4130801"/>
                  <a:ext cx="74998" cy="81021"/>
                </a:xfrm>
                <a:custGeom>
                  <a:rect b="b" l="l" r="r" t="t"/>
                  <a:pathLst>
                    <a:path extrusionOk="0" h="1103" w="1021">
                      <a:moveTo>
                        <a:pt x="935" y="1"/>
                      </a:moveTo>
                      <a:cubicBezTo>
                        <a:pt x="913" y="1"/>
                        <a:pt x="896" y="14"/>
                        <a:pt x="880" y="47"/>
                      </a:cubicBezTo>
                      <a:lnTo>
                        <a:pt x="29" y="983"/>
                      </a:lnTo>
                      <a:cubicBezTo>
                        <a:pt x="1" y="1011"/>
                        <a:pt x="1" y="1074"/>
                        <a:pt x="29" y="1102"/>
                      </a:cubicBezTo>
                      <a:lnTo>
                        <a:pt x="85" y="1102"/>
                      </a:lnTo>
                      <a:cubicBezTo>
                        <a:pt x="113" y="1102"/>
                        <a:pt x="141" y="1102"/>
                        <a:pt x="141" y="1074"/>
                      </a:cubicBezTo>
                      <a:lnTo>
                        <a:pt x="992" y="132"/>
                      </a:lnTo>
                      <a:cubicBezTo>
                        <a:pt x="1020" y="104"/>
                        <a:pt x="1020" y="47"/>
                        <a:pt x="992" y="19"/>
                      </a:cubicBezTo>
                      <a:cubicBezTo>
                        <a:pt x="969" y="8"/>
                        <a:pt x="951" y="1"/>
                        <a:pt x="935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" name="Google Shape;435;p9"/>
                <p:cNvSpPr/>
                <p:nvPr/>
              </p:nvSpPr>
              <p:spPr>
                <a:xfrm flipH="1">
                  <a:off x="923159" y="4111189"/>
                  <a:ext cx="73455" cy="81021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9"/>
                <p:cNvSpPr/>
                <p:nvPr/>
              </p:nvSpPr>
              <p:spPr>
                <a:xfrm flipH="1">
                  <a:off x="709848" y="3938937"/>
                  <a:ext cx="75438" cy="81241"/>
                </a:xfrm>
                <a:custGeom>
                  <a:rect b="b" l="l" r="r" t="t"/>
                  <a:pathLst>
                    <a:path extrusionOk="0" h="1106" w="1027">
                      <a:moveTo>
                        <a:pt x="936" y="1"/>
                      </a:moveTo>
                      <a:cubicBezTo>
                        <a:pt x="914" y="1"/>
                        <a:pt x="893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6" y="1077"/>
                      </a:cubicBezTo>
                      <a:lnTo>
                        <a:pt x="85" y="1105"/>
                      </a:lnTo>
                      <a:cubicBezTo>
                        <a:pt x="113" y="1105"/>
                        <a:pt x="148" y="1077"/>
                        <a:pt x="148" y="1077"/>
                      </a:cubicBezTo>
                      <a:lnTo>
                        <a:pt x="992" y="142"/>
                      </a:lnTo>
                      <a:cubicBezTo>
                        <a:pt x="1027" y="106"/>
                        <a:pt x="1027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9"/>
                <p:cNvSpPr/>
                <p:nvPr/>
              </p:nvSpPr>
              <p:spPr>
                <a:xfrm flipH="1">
                  <a:off x="1538708" y="4342938"/>
                  <a:ext cx="357579" cy="802863"/>
                </a:xfrm>
                <a:custGeom>
                  <a:rect b="b" l="l" r="r" t="t"/>
                  <a:pathLst>
                    <a:path extrusionOk="0" h="10930" w="4868">
                      <a:moveTo>
                        <a:pt x="1" y="10930"/>
                      </a:moveTo>
                      <a:lnTo>
                        <a:pt x="4868" y="10930"/>
                      </a:lnTo>
                      <a:lnTo>
                        <a:pt x="486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9"/>
                <p:cNvSpPr/>
                <p:nvPr/>
              </p:nvSpPr>
              <p:spPr>
                <a:xfrm flipH="1">
                  <a:off x="1543113" y="4342938"/>
                  <a:ext cx="316224" cy="802863"/>
                </a:xfrm>
                <a:custGeom>
                  <a:rect b="b" l="l" r="r" t="t"/>
                  <a:pathLst>
                    <a:path extrusionOk="0" h="10930" w="4305">
                      <a:moveTo>
                        <a:pt x="1" y="10930"/>
                      </a:moveTo>
                      <a:lnTo>
                        <a:pt x="4305" y="10930"/>
                      </a:lnTo>
                      <a:lnTo>
                        <a:pt x="430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" name="Google Shape;439;p9"/>
                <p:cNvSpPr/>
                <p:nvPr/>
              </p:nvSpPr>
              <p:spPr>
                <a:xfrm flipH="1">
                  <a:off x="1607681" y="4381723"/>
                  <a:ext cx="212873" cy="79625"/>
                </a:xfrm>
                <a:custGeom>
                  <a:rect b="b" l="l" r="r" t="t"/>
                  <a:pathLst>
                    <a:path extrusionOk="0" h="1084" w="2898">
                      <a:moveTo>
                        <a:pt x="0" y="1083"/>
                      </a:moveTo>
                      <a:lnTo>
                        <a:pt x="2898" y="1083"/>
                      </a:lnTo>
                      <a:lnTo>
                        <a:pt x="289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9"/>
                <p:cNvSpPr/>
                <p:nvPr/>
              </p:nvSpPr>
              <p:spPr>
                <a:xfrm flipH="1">
                  <a:off x="1515200" y="4287186"/>
                  <a:ext cx="415388" cy="55826"/>
                </a:xfrm>
                <a:custGeom>
                  <a:rect b="b" l="l" r="r" t="t"/>
                  <a:pathLst>
                    <a:path extrusionOk="0" h="760" w="5655">
                      <a:moveTo>
                        <a:pt x="0" y="0"/>
                      </a:moveTo>
                      <a:lnTo>
                        <a:pt x="5655" y="0"/>
                      </a:lnTo>
                      <a:lnTo>
                        <a:pt x="5655" y="760"/>
                      </a:lnTo>
                      <a:lnTo>
                        <a:pt x="0" y="76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9"/>
                <p:cNvSpPr/>
                <p:nvPr/>
              </p:nvSpPr>
              <p:spPr>
                <a:xfrm flipH="1">
                  <a:off x="1543113" y="4941154"/>
                  <a:ext cx="350821" cy="204646"/>
                </a:xfrm>
                <a:custGeom>
                  <a:rect b="b" l="l" r="r" t="t"/>
                  <a:pathLst>
                    <a:path extrusionOk="0" h="2786" w="4776">
                      <a:moveTo>
                        <a:pt x="0" y="2786"/>
                      </a:moveTo>
                      <a:lnTo>
                        <a:pt x="4776" y="2786"/>
                      </a:lnTo>
                      <a:lnTo>
                        <a:pt x="4776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" name="Google Shape;442;p9"/>
                <p:cNvSpPr/>
                <p:nvPr/>
              </p:nvSpPr>
              <p:spPr>
                <a:xfrm flipH="1">
                  <a:off x="1693916" y="5012479"/>
                  <a:ext cx="294555" cy="64640"/>
                </a:xfrm>
                <a:custGeom>
                  <a:rect b="b" l="l" r="r" t="t"/>
                  <a:pathLst>
                    <a:path extrusionOk="0" h="880" w="4010">
                      <a:moveTo>
                        <a:pt x="0" y="0"/>
                      </a:moveTo>
                      <a:lnTo>
                        <a:pt x="0" y="879"/>
                      </a:lnTo>
                      <a:lnTo>
                        <a:pt x="4009" y="879"/>
                      </a:lnTo>
                      <a:lnTo>
                        <a:pt x="4009" y="0"/>
                      </a:lnTo>
                      <a:lnTo>
                        <a:pt x="8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" name="Google Shape;443;p9"/>
                <p:cNvSpPr/>
                <p:nvPr/>
              </p:nvSpPr>
              <p:spPr>
                <a:xfrm flipH="1">
                  <a:off x="1618551" y="4941154"/>
                  <a:ext cx="309980" cy="71398"/>
                </a:xfrm>
                <a:custGeom>
                  <a:rect b="b" l="l" r="r" t="t"/>
                  <a:pathLst>
                    <a:path extrusionOk="0" h="972" w="4220">
                      <a:moveTo>
                        <a:pt x="0" y="971"/>
                      </a:moveTo>
                      <a:lnTo>
                        <a:pt x="4220" y="971"/>
                      </a:lnTo>
                      <a:lnTo>
                        <a:pt x="422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9"/>
                <p:cNvSpPr/>
                <p:nvPr/>
              </p:nvSpPr>
              <p:spPr>
                <a:xfrm flipH="1">
                  <a:off x="1573085" y="4665846"/>
                  <a:ext cx="60527" cy="60527"/>
                </a:xfrm>
                <a:custGeom>
                  <a:rect b="b" l="l" r="r" t="t"/>
                  <a:pathLst>
                    <a:path extrusionOk="0" h="824" w="824">
                      <a:moveTo>
                        <a:pt x="824" y="408"/>
                      </a:moveTo>
                      <a:cubicBezTo>
                        <a:pt x="824" y="619"/>
                        <a:pt x="648" y="823"/>
                        <a:pt x="409" y="823"/>
                      </a:cubicBezTo>
                      <a:cubicBezTo>
                        <a:pt x="177" y="823"/>
                        <a:pt x="1" y="619"/>
                        <a:pt x="1" y="408"/>
                      </a:cubicBezTo>
                      <a:cubicBezTo>
                        <a:pt x="1" y="176"/>
                        <a:pt x="177" y="0"/>
                        <a:pt x="409" y="0"/>
                      </a:cubicBezTo>
                      <a:cubicBezTo>
                        <a:pt x="648" y="0"/>
                        <a:pt x="824" y="176"/>
                        <a:pt x="824" y="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9"/>
                <p:cNvSpPr/>
                <p:nvPr/>
              </p:nvSpPr>
              <p:spPr>
                <a:xfrm flipH="1">
                  <a:off x="-286714" y="4241718"/>
                  <a:ext cx="747111" cy="904084"/>
                </a:xfrm>
                <a:custGeom>
                  <a:rect b="b" l="l" r="r" t="t"/>
                  <a:pathLst>
                    <a:path extrusionOk="0" h="12308" w="10171">
                      <a:moveTo>
                        <a:pt x="9819" y="0"/>
                      </a:moveTo>
                      <a:lnTo>
                        <a:pt x="1" y="0"/>
                      </a:lnTo>
                      <a:lnTo>
                        <a:pt x="1" y="12308"/>
                      </a:lnTo>
                      <a:lnTo>
                        <a:pt x="10171" y="12308"/>
                      </a:lnTo>
                      <a:lnTo>
                        <a:pt x="1017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9"/>
                <p:cNvSpPr/>
                <p:nvPr/>
              </p:nvSpPr>
              <p:spPr>
                <a:xfrm flipH="1">
                  <a:off x="-1207834" y="4241718"/>
                  <a:ext cx="921199" cy="904084"/>
                </a:xfrm>
                <a:custGeom>
                  <a:rect b="b" l="l" r="r" t="t"/>
                  <a:pathLst>
                    <a:path extrusionOk="0" h="12308" w="12541">
                      <a:moveTo>
                        <a:pt x="1" y="0"/>
                      </a:moveTo>
                      <a:lnTo>
                        <a:pt x="1" y="12308"/>
                      </a:lnTo>
                      <a:lnTo>
                        <a:pt x="12540" y="12308"/>
                      </a:lnTo>
                      <a:lnTo>
                        <a:pt x="1254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9"/>
                <p:cNvSpPr/>
                <p:nvPr/>
              </p:nvSpPr>
              <p:spPr>
                <a:xfrm flipH="1">
                  <a:off x="-1069885" y="4564551"/>
                  <a:ext cx="628261" cy="581249"/>
                </a:xfrm>
                <a:custGeom>
                  <a:rect b="b" l="l" r="r" t="t"/>
                  <a:pathLst>
                    <a:path extrusionOk="0" h="7913" w="8553">
                      <a:moveTo>
                        <a:pt x="0" y="7913"/>
                      </a:moveTo>
                      <a:lnTo>
                        <a:pt x="8553" y="7913"/>
                      </a:lnTo>
                      <a:lnTo>
                        <a:pt x="8553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9"/>
                <p:cNvSpPr/>
                <p:nvPr/>
              </p:nvSpPr>
              <p:spPr>
                <a:xfrm flipH="1">
                  <a:off x="-430833" y="3774692"/>
                  <a:ext cx="940812" cy="467100"/>
                </a:xfrm>
                <a:custGeom>
                  <a:rect b="b" l="l" r="r" t="t"/>
                  <a:pathLst>
                    <a:path extrusionOk="0" h="6359" w="12808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9"/>
                <p:cNvSpPr/>
                <p:nvPr/>
              </p:nvSpPr>
              <p:spPr>
                <a:xfrm flipH="1">
                  <a:off x="-1266231" y="3774692"/>
                  <a:ext cx="1005452" cy="467100"/>
                </a:xfrm>
                <a:custGeom>
                  <a:rect b="b" l="l" r="r" t="t"/>
                  <a:pathLst>
                    <a:path extrusionOk="0" h="6359" w="13688">
                      <a:moveTo>
                        <a:pt x="2315" y="0"/>
                      </a:moveTo>
                      <a:lnTo>
                        <a:pt x="13687" y="5655"/>
                      </a:lnTo>
                      <a:lnTo>
                        <a:pt x="13476" y="6358"/>
                      </a:lnTo>
                      <a:lnTo>
                        <a:pt x="1" y="63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0" name="Google Shape;450;p9"/>
                <p:cNvSpPr/>
                <p:nvPr/>
              </p:nvSpPr>
              <p:spPr>
                <a:xfrm flipH="1">
                  <a:off x="-161692" y="4467958"/>
                  <a:ext cx="467100" cy="189147"/>
                </a:xfrm>
                <a:custGeom>
                  <a:rect b="b" l="l" r="r" t="t"/>
                  <a:pathLst>
                    <a:path extrusionOk="0" h="2575" w="6359">
                      <a:moveTo>
                        <a:pt x="1" y="2575"/>
                      </a:moveTo>
                      <a:lnTo>
                        <a:pt x="6359" y="2575"/>
                      </a:lnTo>
                      <a:lnTo>
                        <a:pt x="6359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1" name="Google Shape;451;p9"/>
                <p:cNvSpPr/>
                <p:nvPr/>
              </p:nvSpPr>
              <p:spPr>
                <a:xfrm flipH="1">
                  <a:off x="-161692" y="4467958"/>
                  <a:ext cx="432503" cy="189147"/>
                </a:xfrm>
                <a:custGeom>
                  <a:rect b="b" l="l" r="r" t="t"/>
                  <a:pathLst>
                    <a:path extrusionOk="0" h="2575" w="5888">
                      <a:moveTo>
                        <a:pt x="1" y="2575"/>
                      </a:moveTo>
                      <a:lnTo>
                        <a:pt x="5888" y="2575"/>
                      </a:lnTo>
                      <a:lnTo>
                        <a:pt x="588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2" name="Google Shape;452;p9"/>
                <p:cNvSpPr/>
                <p:nvPr/>
              </p:nvSpPr>
              <p:spPr>
                <a:xfrm flipH="1">
                  <a:off x="83721" y="4467958"/>
                  <a:ext cx="116279" cy="189147"/>
                </a:xfrm>
                <a:custGeom>
                  <a:rect b="b" l="l" r="r" t="t"/>
                  <a:pathLst>
                    <a:path extrusionOk="0" h="2575" w="1583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1" y="1"/>
                      </a:lnTo>
                      <a:lnTo>
                        <a:pt x="0" y="2575"/>
                      </a:ln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" name="Google Shape;453;p9"/>
                <p:cNvSpPr/>
                <p:nvPr/>
              </p:nvSpPr>
              <p:spPr>
                <a:xfrm flipH="1">
                  <a:off x="17025" y="4467958"/>
                  <a:ext cx="116353" cy="189147"/>
                </a:xfrm>
                <a:custGeom>
                  <a:rect b="b" l="l" r="r" t="t"/>
                  <a:pathLst>
                    <a:path extrusionOk="0" h="2575" w="1584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2" y="1"/>
                      </a:lnTo>
                      <a:lnTo>
                        <a:pt x="1" y="2575"/>
                      </a:ln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" name="Google Shape;454;p9"/>
                <p:cNvSpPr/>
                <p:nvPr/>
              </p:nvSpPr>
              <p:spPr>
                <a:xfrm flipH="1">
                  <a:off x="596137" y="4418376"/>
                  <a:ext cx="492957" cy="359636"/>
                </a:xfrm>
                <a:custGeom>
                  <a:rect b="b" l="l" r="r" t="t"/>
                  <a:pathLst>
                    <a:path extrusionOk="0" h="4896" w="6711">
                      <a:moveTo>
                        <a:pt x="1" y="4895"/>
                      </a:moveTo>
                      <a:lnTo>
                        <a:pt x="6710" y="4895"/>
                      </a:lnTo>
                      <a:lnTo>
                        <a:pt x="671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" name="Google Shape;455;p9"/>
                <p:cNvSpPr/>
                <p:nvPr/>
              </p:nvSpPr>
              <p:spPr>
                <a:xfrm flipH="1">
                  <a:off x="630220" y="4418376"/>
                  <a:ext cx="458873" cy="359636"/>
                </a:xfrm>
                <a:custGeom>
                  <a:rect b="b" l="l" r="r" t="t"/>
                  <a:pathLst>
                    <a:path extrusionOk="0" h="4896" w="6247">
                      <a:moveTo>
                        <a:pt x="1" y="4895"/>
                      </a:moveTo>
                      <a:lnTo>
                        <a:pt x="6246" y="4895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" name="Google Shape;456;p9"/>
                <p:cNvSpPr/>
                <p:nvPr/>
              </p:nvSpPr>
              <p:spPr>
                <a:xfrm flipH="1">
                  <a:off x="849852" y="4418376"/>
                  <a:ext cx="19686" cy="359636"/>
                </a:xfrm>
                <a:custGeom>
                  <a:rect b="b" l="l" r="r" t="t"/>
                  <a:pathLst>
                    <a:path extrusionOk="0" h="4896" w="268">
                      <a:moveTo>
                        <a:pt x="1" y="4895"/>
                      </a:moveTo>
                      <a:lnTo>
                        <a:pt x="1" y="0"/>
                      </a:lnTo>
                      <a:lnTo>
                        <a:pt x="268" y="0"/>
                      </a:lnTo>
                      <a:lnTo>
                        <a:pt x="268" y="489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" name="Google Shape;457;p9"/>
                <p:cNvSpPr/>
                <p:nvPr/>
              </p:nvSpPr>
              <p:spPr>
                <a:xfrm flipH="1">
                  <a:off x="630223" y="4418376"/>
                  <a:ext cx="23873" cy="359636"/>
                </a:xfrm>
                <a:custGeom>
                  <a:rect b="b" l="l" r="r" t="t"/>
                  <a:pathLst>
                    <a:path extrusionOk="0" h="4896" w="325">
                      <a:moveTo>
                        <a:pt x="1" y="4895"/>
                      </a:moveTo>
                      <a:lnTo>
                        <a:pt x="324" y="4895"/>
                      </a:lnTo>
                      <a:lnTo>
                        <a:pt x="324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" name="Google Shape;458;p9"/>
                <p:cNvSpPr/>
                <p:nvPr/>
              </p:nvSpPr>
              <p:spPr>
                <a:xfrm flipH="1">
                  <a:off x="630220" y="4586294"/>
                  <a:ext cx="458873" cy="21743"/>
                </a:xfrm>
                <a:custGeom>
                  <a:rect b="b" l="l" r="r" t="t"/>
                  <a:pathLst>
                    <a:path extrusionOk="0" h="296" w="6247">
                      <a:moveTo>
                        <a:pt x="1" y="296"/>
                      </a:moveTo>
                      <a:lnTo>
                        <a:pt x="6246" y="296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" name="Google Shape;459;p9"/>
                <p:cNvSpPr/>
                <p:nvPr/>
              </p:nvSpPr>
              <p:spPr>
                <a:xfrm flipH="1">
                  <a:off x="951072" y="4476846"/>
                  <a:ext cx="71398" cy="79552"/>
                </a:xfrm>
                <a:custGeom>
                  <a:rect b="b" l="l" r="r" t="t"/>
                  <a:pathLst>
                    <a:path extrusionOk="0" h="1083" w="972">
                      <a:moveTo>
                        <a:pt x="884" y="1"/>
                      </a:moveTo>
                      <a:cubicBezTo>
                        <a:pt x="861" y="1"/>
                        <a:pt x="838" y="10"/>
                        <a:pt x="824" y="27"/>
                      </a:cubicBezTo>
                      <a:lnTo>
                        <a:pt x="36" y="935"/>
                      </a:lnTo>
                      <a:cubicBezTo>
                        <a:pt x="1" y="963"/>
                        <a:pt x="1" y="1019"/>
                        <a:pt x="36" y="1047"/>
                      </a:cubicBezTo>
                      <a:cubicBezTo>
                        <a:pt x="36" y="1047"/>
                        <a:pt x="64" y="1082"/>
                        <a:pt x="92" y="1082"/>
                      </a:cubicBezTo>
                      <a:cubicBezTo>
                        <a:pt x="92" y="1082"/>
                        <a:pt x="121" y="1047"/>
                        <a:pt x="149" y="1047"/>
                      </a:cubicBezTo>
                      <a:lnTo>
                        <a:pt x="943" y="112"/>
                      </a:lnTo>
                      <a:cubicBezTo>
                        <a:pt x="972" y="84"/>
                        <a:pt x="972" y="55"/>
                        <a:pt x="943" y="27"/>
                      </a:cubicBezTo>
                      <a:cubicBezTo>
                        <a:pt x="929" y="10"/>
                        <a:pt x="906" y="1"/>
                        <a:pt x="88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" name="Google Shape;460;p9"/>
                <p:cNvSpPr/>
                <p:nvPr/>
              </p:nvSpPr>
              <p:spPr>
                <a:xfrm flipH="1">
                  <a:off x="688619" y="4638447"/>
                  <a:ext cx="72941" cy="79111"/>
                </a:xfrm>
                <a:custGeom>
                  <a:rect b="b" l="l" r="r" t="t"/>
                  <a:pathLst>
                    <a:path extrusionOk="0" h="1077" w="993">
                      <a:moveTo>
                        <a:pt x="907" y="1"/>
                      </a:moveTo>
                      <a:cubicBezTo>
                        <a:pt x="885" y="1"/>
                        <a:pt x="862" y="8"/>
                        <a:pt x="845" y="22"/>
                      </a:cubicBezTo>
                      <a:lnTo>
                        <a:pt x="29" y="929"/>
                      </a:lnTo>
                      <a:cubicBezTo>
                        <a:pt x="1" y="957"/>
                        <a:pt x="29" y="1020"/>
                        <a:pt x="57" y="1048"/>
                      </a:cubicBezTo>
                      <a:lnTo>
                        <a:pt x="85" y="1077"/>
                      </a:lnTo>
                      <a:cubicBezTo>
                        <a:pt x="113" y="1077"/>
                        <a:pt x="141" y="1048"/>
                        <a:pt x="141" y="1048"/>
                      </a:cubicBezTo>
                      <a:lnTo>
                        <a:pt x="964" y="113"/>
                      </a:lnTo>
                      <a:cubicBezTo>
                        <a:pt x="992" y="78"/>
                        <a:pt x="992" y="50"/>
                        <a:pt x="964" y="22"/>
                      </a:cubicBezTo>
                      <a:cubicBezTo>
                        <a:pt x="950" y="8"/>
                        <a:pt x="929" y="1"/>
                        <a:pt x="907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" name="Google Shape;461;p9"/>
                <p:cNvSpPr/>
                <p:nvPr/>
              </p:nvSpPr>
              <p:spPr>
                <a:xfrm flipH="1">
                  <a:off x="740331" y="4655488"/>
                  <a:ext cx="70811" cy="79111"/>
                </a:xfrm>
                <a:custGeom>
                  <a:rect b="b" l="l" r="r" t="t"/>
                  <a:pathLst>
                    <a:path extrusionOk="0" h="1077" w="964">
                      <a:moveTo>
                        <a:pt x="894" y="1"/>
                      </a:moveTo>
                      <a:cubicBezTo>
                        <a:pt x="880" y="1"/>
                        <a:pt x="866" y="8"/>
                        <a:pt x="851" y="22"/>
                      </a:cubicBezTo>
                      <a:lnTo>
                        <a:pt x="29" y="964"/>
                      </a:lnTo>
                      <a:cubicBezTo>
                        <a:pt x="0" y="992"/>
                        <a:pt x="0" y="1020"/>
                        <a:pt x="29" y="1048"/>
                      </a:cubicBezTo>
                      <a:cubicBezTo>
                        <a:pt x="29" y="1077"/>
                        <a:pt x="57" y="1077"/>
                        <a:pt x="85" y="1077"/>
                      </a:cubicBezTo>
                      <a:cubicBezTo>
                        <a:pt x="85" y="1077"/>
                        <a:pt x="113" y="1077"/>
                        <a:pt x="148" y="1048"/>
                      </a:cubicBezTo>
                      <a:lnTo>
                        <a:pt x="964" y="141"/>
                      </a:lnTo>
                      <a:cubicBezTo>
                        <a:pt x="964" y="113"/>
                        <a:pt x="964" y="57"/>
                        <a:pt x="936" y="22"/>
                      </a:cubicBezTo>
                      <a:cubicBezTo>
                        <a:pt x="922" y="8"/>
                        <a:pt x="908" y="1"/>
                        <a:pt x="89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2" name="Google Shape;462;p9"/>
                <p:cNvSpPr/>
                <p:nvPr/>
              </p:nvSpPr>
              <p:spPr>
                <a:xfrm flipH="1">
                  <a:off x="-430833" y="3774692"/>
                  <a:ext cx="940812" cy="467100"/>
                </a:xfrm>
                <a:custGeom>
                  <a:rect b="b" l="l" r="r" t="t"/>
                  <a:pathLst>
                    <a:path extrusionOk="0" h="6359" w="12808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63" name="Google Shape;463;p9"/>
              <p:cNvSpPr/>
              <p:nvPr/>
            </p:nvSpPr>
            <p:spPr>
              <a:xfrm>
                <a:off x="545650" y="1293100"/>
                <a:ext cx="840952" cy="1162694"/>
              </a:xfrm>
              <a:custGeom>
                <a:rect b="b" l="l" r="r" t="t"/>
                <a:pathLst>
                  <a:path extrusionOk="0" h="17785" w="12864">
                    <a:moveTo>
                      <a:pt x="6478" y="3219"/>
                    </a:moveTo>
                    <a:cubicBezTo>
                      <a:pt x="8152" y="3219"/>
                      <a:pt x="9495" y="4569"/>
                      <a:pt x="9495" y="6243"/>
                    </a:cubicBezTo>
                    <a:cubicBezTo>
                      <a:pt x="9495" y="7910"/>
                      <a:pt x="8116" y="9260"/>
                      <a:pt x="6450" y="9260"/>
                    </a:cubicBezTo>
                    <a:cubicBezTo>
                      <a:pt x="4811" y="9260"/>
                      <a:pt x="3461" y="7882"/>
                      <a:pt x="3461" y="6243"/>
                    </a:cubicBezTo>
                    <a:cubicBezTo>
                      <a:pt x="3461" y="4569"/>
                      <a:pt x="4811" y="3219"/>
                      <a:pt x="6478" y="3219"/>
                    </a:cubicBezTo>
                    <a:close/>
                    <a:moveTo>
                      <a:pt x="6470" y="1"/>
                    </a:moveTo>
                    <a:cubicBezTo>
                      <a:pt x="4106" y="1"/>
                      <a:pt x="1916" y="1340"/>
                      <a:pt x="880" y="3458"/>
                    </a:cubicBezTo>
                    <a:cubicBezTo>
                      <a:pt x="148" y="4949"/>
                      <a:pt x="0" y="6475"/>
                      <a:pt x="591" y="8030"/>
                    </a:cubicBezTo>
                    <a:cubicBezTo>
                      <a:pt x="795" y="8557"/>
                      <a:pt x="1027" y="9085"/>
                      <a:pt x="1259" y="9612"/>
                    </a:cubicBezTo>
                    <a:cubicBezTo>
                      <a:pt x="2202" y="11546"/>
                      <a:pt x="3341" y="13361"/>
                      <a:pt x="4572" y="15119"/>
                    </a:cubicBezTo>
                    <a:cubicBezTo>
                      <a:pt x="5163" y="16026"/>
                      <a:pt x="5803" y="16877"/>
                      <a:pt x="6450" y="17784"/>
                    </a:cubicBezTo>
                    <a:cubicBezTo>
                      <a:pt x="6569" y="17672"/>
                      <a:pt x="6625" y="17609"/>
                      <a:pt x="6682" y="17524"/>
                    </a:cubicBezTo>
                    <a:cubicBezTo>
                      <a:pt x="7737" y="15998"/>
                      <a:pt x="8820" y="14472"/>
                      <a:pt x="9847" y="12925"/>
                    </a:cubicBezTo>
                    <a:cubicBezTo>
                      <a:pt x="10754" y="11483"/>
                      <a:pt x="11577" y="9992"/>
                      <a:pt x="12224" y="8409"/>
                    </a:cubicBezTo>
                    <a:cubicBezTo>
                      <a:pt x="12751" y="7122"/>
                      <a:pt x="12864" y="5828"/>
                      <a:pt x="12456" y="4485"/>
                    </a:cubicBezTo>
                    <a:cubicBezTo>
                      <a:pt x="11752" y="2023"/>
                      <a:pt x="9586" y="230"/>
                      <a:pt x="7033" y="26"/>
                    </a:cubicBezTo>
                    <a:cubicBezTo>
                      <a:pt x="6845" y="9"/>
                      <a:pt x="6657" y="1"/>
                      <a:pt x="64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128588" rotWithShape="0" algn="bl" dir="8280000" dist="295275">
                  <a:schemeClr val="dk1">
                    <a:alpha val="25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4" name="Google Shape;464;p9"/>
            <p:cNvGrpSpPr/>
            <p:nvPr/>
          </p:nvGrpSpPr>
          <p:grpSpPr>
            <a:xfrm>
              <a:off x="-1069884" y="667175"/>
              <a:ext cx="3234694" cy="2252997"/>
              <a:chOff x="5073841" y="1000275"/>
              <a:chExt cx="3234694" cy="2252997"/>
            </a:xfrm>
          </p:grpSpPr>
          <p:sp>
            <p:nvSpPr>
              <p:cNvPr id="465" name="Google Shape;465;p9"/>
              <p:cNvSpPr/>
              <p:nvPr/>
            </p:nvSpPr>
            <p:spPr>
              <a:xfrm>
                <a:off x="5073841" y="2299616"/>
                <a:ext cx="1415426" cy="380324"/>
              </a:xfrm>
              <a:custGeom>
                <a:rect b="b" l="l" r="r" t="t"/>
                <a:pathLst>
                  <a:path extrusionOk="0" h="3693" w="13744">
                    <a:moveTo>
                      <a:pt x="13743" y="3693"/>
                    </a:moveTo>
                    <a:lnTo>
                      <a:pt x="13743" y="3489"/>
                    </a:lnTo>
                    <a:cubicBezTo>
                      <a:pt x="13743" y="1555"/>
                      <a:pt x="11894" y="1"/>
                      <a:pt x="9608" y="1"/>
                    </a:cubicBezTo>
                    <a:cubicBezTo>
                      <a:pt x="7850" y="1"/>
                      <a:pt x="6359" y="943"/>
                      <a:pt x="5768" y="2230"/>
                    </a:cubicBezTo>
                    <a:cubicBezTo>
                      <a:pt x="5156" y="1674"/>
                      <a:pt x="4277" y="1323"/>
                      <a:pt x="3306" y="1323"/>
                    </a:cubicBezTo>
                    <a:cubicBezTo>
                      <a:pt x="1639" y="1323"/>
                      <a:pt x="261" y="2350"/>
                      <a:pt x="1" y="369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9"/>
              <p:cNvSpPr/>
              <p:nvPr/>
            </p:nvSpPr>
            <p:spPr>
              <a:xfrm>
                <a:off x="7651424" y="3077173"/>
                <a:ext cx="657111" cy="176099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9"/>
              <p:cNvSpPr/>
              <p:nvPr/>
            </p:nvSpPr>
            <p:spPr>
              <a:xfrm>
                <a:off x="6911971" y="1000275"/>
                <a:ext cx="657111" cy="176099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0"/>
          <p:cNvSpPr/>
          <p:nvPr>
            <p:ph idx="2" type="pic"/>
          </p:nvPr>
        </p:nvSpPr>
        <p:spPr>
          <a:xfrm>
            <a:off x="-13550" y="-3525"/>
            <a:ext cx="9157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10"/>
          <p:cNvSpPr txBox="1"/>
          <p:nvPr>
            <p:ph type="title"/>
          </p:nvPr>
        </p:nvSpPr>
        <p:spPr>
          <a:xfrm>
            <a:off x="720000" y="3603625"/>
            <a:ext cx="6099000" cy="10050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71" name="Google Shape;471;p10"/>
          <p:cNvGrpSpPr/>
          <p:nvPr/>
        </p:nvGrpSpPr>
        <p:grpSpPr>
          <a:xfrm>
            <a:off x="7253602" y="683900"/>
            <a:ext cx="2531246" cy="4477606"/>
            <a:chOff x="7253602" y="683900"/>
            <a:chExt cx="2531246" cy="4477606"/>
          </a:xfrm>
        </p:grpSpPr>
        <p:grpSp>
          <p:nvGrpSpPr>
            <p:cNvPr id="472" name="Google Shape;472;p10"/>
            <p:cNvGrpSpPr/>
            <p:nvPr/>
          </p:nvGrpSpPr>
          <p:grpSpPr>
            <a:xfrm>
              <a:off x="7253602" y="3944550"/>
              <a:ext cx="1606264" cy="1195426"/>
              <a:chOff x="5951675" y="3577056"/>
              <a:chExt cx="1387821" cy="1032855"/>
            </a:xfrm>
          </p:grpSpPr>
          <p:sp>
            <p:nvSpPr>
              <p:cNvPr id="473" name="Google Shape;473;p10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10"/>
            <p:cNvGrpSpPr/>
            <p:nvPr/>
          </p:nvGrpSpPr>
          <p:grpSpPr>
            <a:xfrm>
              <a:off x="7931091" y="683900"/>
              <a:ext cx="1853757" cy="4477606"/>
              <a:chOff x="7931091" y="683900"/>
              <a:chExt cx="1853757" cy="4477606"/>
            </a:xfrm>
          </p:grpSpPr>
          <p:grpSp>
            <p:nvGrpSpPr>
              <p:cNvPr id="476" name="Google Shape;476;p10"/>
              <p:cNvGrpSpPr/>
              <p:nvPr/>
            </p:nvGrpSpPr>
            <p:grpSpPr>
              <a:xfrm>
                <a:off x="7931091" y="2140708"/>
                <a:ext cx="1853757" cy="3020798"/>
                <a:chOff x="525125" y="1486050"/>
                <a:chExt cx="2124163" cy="3461439"/>
              </a:xfrm>
            </p:grpSpPr>
            <p:sp>
              <p:nvSpPr>
                <p:cNvPr id="477" name="Google Shape;477;p10"/>
                <p:cNvSpPr/>
                <p:nvPr/>
              </p:nvSpPr>
              <p:spPr>
                <a:xfrm>
                  <a:off x="2089519" y="1606352"/>
                  <a:ext cx="464572" cy="3341135"/>
                </a:xfrm>
                <a:custGeom>
                  <a:rect b="b" l="l" r="r" t="t"/>
                  <a:pathLst>
                    <a:path extrusionOk="0" h="50379" w="7005">
                      <a:moveTo>
                        <a:pt x="4044" y="1"/>
                      </a:moveTo>
                      <a:lnTo>
                        <a:pt x="0" y="7533"/>
                      </a:lnTo>
                      <a:lnTo>
                        <a:pt x="0" y="50378"/>
                      </a:lnTo>
                      <a:lnTo>
                        <a:pt x="7005" y="50378"/>
                      </a:lnTo>
                      <a:lnTo>
                        <a:pt x="7005" y="830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" name="Google Shape;478;p10"/>
                <p:cNvSpPr/>
                <p:nvPr/>
              </p:nvSpPr>
              <p:spPr>
                <a:xfrm>
                  <a:off x="2250873" y="2667452"/>
                  <a:ext cx="174952" cy="392813"/>
                </a:xfrm>
                <a:custGeom>
                  <a:rect b="b" l="l" r="r" t="t"/>
                  <a:pathLst>
                    <a:path extrusionOk="0" h="5923" w="2638">
                      <a:moveTo>
                        <a:pt x="1" y="1"/>
                      </a:moveTo>
                      <a:lnTo>
                        <a:pt x="2638" y="64"/>
                      </a:lnTo>
                      <a:lnTo>
                        <a:pt x="2638" y="5923"/>
                      </a:lnTo>
                      <a:lnTo>
                        <a:pt x="1" y="583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10"/>
                <p:cNvSpPr/>
                <p:nvPr/>
              </p:nvSpPr>
              <p:spPr>
                <a:xfrm>
                  <a:off x="2369318" y="2671697"/>
                  <a:ext cx="56505" cy="388569"/>
                </a:xfrm>
                <a:custGeom>
                  <a:rect b="b" l="l" r="r" t="t"/>
                  <a:pathLst>
                    <a:path extrusionOk="0" h="5859" w="852">
                      <a:moveTo>
                        <a:pt x="1" y="5831"/>
                      </a:moveTo>
                      <a:lnTo>
                        <a:pt x="852" y="5859"/>
                      </a:lnTo>
                      <a:lnTo>
                        <a:pt x="852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" name="Google Shape;480;p10"/>
                <p:cNvSpPr/>
                <p:nvPr/>
              </p:nvSpPr>
              <p:spPr>
                <a:xfrm>
                  <a:off x="653386" y="1524780"/>
                  <a:ext cx="1436226" cy="3422709"/>
                </a:xfrm>
                <a:custGeom>
                  <a:rect b="b" l="l" r="r" t="t"/>
                  <a:pathLst>
                    <a:path extrusionOk="0" h="51609" w="21656">
                      <a:moveTo>
                        <a:pt x="1" y="51608"/>
                      </a:moveTo>
                      <a:lnTo>
                        <a:pt x="21655" y="51608"/>
                      </a:lnTo>
                      <a:lnTo>
                        <a:pt x="21655" y="0"/>
                      </a:lnTo>
                      <a:lnTo>
                        <a:pt x="6035" y="0"/>
                      </a:lnTo>
                      <a:lnTo>
                        <a:pt x="1" y="938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10"/>
                <p:cNvSpPr/>
                <p:nvPr/>
              </p:nvSpPr>
              <p:spPr>
                <a:xfrm>
                  <a:off x="1502266" y="2648353"/>
                  <a:ext cx="359720" cy="363434"/>
                </a:xfrm>
                <a:custGeom>
                  <a:rect b="b" l="l" r="r" t="t"/>
                  <a:pathLst>
                    <a:path extrusionOk="0" h="5480" w="5424">
                      <a:moveTo>
                        <a:pt x="1" y="5479"/>
                      </a:moveTo>
                      <a:lnTo>
                        <a:pt x="5423" y="5479"/>
                      </a:lnTo>
                      <a:lnTo>
                        <a:pt x="542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10"/>
                <p:cNvSpPr/>
                <p:nvPr/>
              </p:nvSpPr>
              <p:spPr>
                <a:xfrm>
                  <a:off x="1537283" y="2648353"/>
                  <a:ext cx="324703" cy="363434"/>
                </a:xfrm>
                <a:custGeom>
                  <a:rect b="b" l="l" r="r" t="t"/>
                  <a:pathLst>
                    <a:path extrusionOk="0" h="5480" w="4896">
                      <a:moveTo>
                        <a:pt x="0" y="5479"/>
                      </a:moveTo>
                      <a:lnTo>
                        <a:pt x="4895" y="5479"/>
                      </a:lnTo>
                      <a:lnTo>
                        <a:pt x="4895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10"/>
                <p:cNvSpPr/>
                <p:nvPr/>
              </p:nvSpPr>
              <p:spPr>
                <a:xfrm>
                  <a:off x="653386" y="4570469"/>
                  <a:ext cx="1436226" cy="376963"/>
                </a:xfrm>
                <a:custGeom>
                  <a:rect b="b" l="l" r="r" t="t"/>
                  <a:pathLst>
                    <a:path extrusionOk="0" h="5684" w="21656">
                      <a:moveTo>
                        <a:pt x="1" y="5683"/>
                      </a:moveTo>
                      <a:lnTo>
                        <a:pt x="21655" y="5683"/>
                      </a:lnTo>
                      <a:lnTo>
                        <a:pt x="21655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10"/>
                <p:cNvSpPr/>
                <p:nvPr/>
              </p:nvSpPr>
              <p:spPr>
                <a:xfrm>
                  <a:off x="2089519" y="4570469"/>
                  <a:ext cx="464572" cy="376963"/>
                </a:xfrm>
                <a:custGeom>
                  <a:rect b="b" l="l" r="r" t="t"/>
                  <a:pathLst>
                    <a:path extrusionOk="0" h="5684" w="7005">
                      <a:moveTo>
                        <a:pt x="0" y="5683"/>
                      </a:moveTo>
                      <a:lnTo>
                        <a:pt x="7005" y="5683"/>
                      </a:lnTo>
                      <a:lnTo>
                        <a:pt x="700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AE9DC">
                    <a:alpha val="393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10"/>
                <p:cNvSpPr/>
                <p:nvPr/>
              </p:nvSpPr>
              <p:spPr>
                <a:xfrm>
                  <a:off x="880527" y="2648353"/>
                  <a:ext cx="357796" cy="363434"/>
                </a:xfrm>
                <a:custGeom>
                  <a:rect b="b" l="l" r="r" t="t"/>
                  <a:pathLst>
                    <a:path extrusionOk="0" h="5480" w="5395">
                      <a:moveTo>
                        <a:pt x="1" y="5479"/>
                      </a:moveTo>
                      <a:lnTo>
                        <a:pt x="5395" y="5479"/>
                      </a:lnTo>
                      <a:lnTo>
                        <a:pt x="539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10"/>
                <p:cNvSpPr/>
                <p:nvPr/>
              </p:nvSpPr>
              <p:spPr>
                <a:xfrm>
                  <a:off x="907586" y="2648353"/>
                  <a:ext cx="330738" cy="363434"/>
                </a:xfrm>
                <a:custGeom>
                  <a:rect b="b" l="l" r="r" t="t"/>
                  <a:pathLst>
                    <a:path extrusionOk="0" h="5480" w="4987">
                      <a:moveTo>
                        <a:pt x="1" y="5479"/>
                      </a:moveTo>
                      <a:lnTo>
                        <a:pt x="4987" y="5479"/>
                      </a:lnTo>
                      <a:lnTo>
                        <a:pt x="4987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10"/>
                <p:cNvSpPr/>
                <p:nvPr/>
              </p:nvSpPr>
              <p:spPr>
                <a:xfrm>
                  <a:off x="526982" y="4801325"/>
                  <a:ext cx="2120449" cy="146103"/>
                </a:xfrm>
                <a:custGeom>
                  <a:rect b="b" l="l" r="r" t="t"/>
                  <a:pathLst>
                    <a:path extrusionOk="0" h="2203" w="31973">
                      <a:moveTo>
                        <a:pt x="1" y="2202"/>
                      </a:moveTo>
                      <a:lnTo>
                        <a:pt x="31973" y="2202"/>
                      </a:lnTo>
                      <a:lnTo>
                        <a:pt x="3197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8" name="Google Shape;488;p10"/>
                <p:cNvSpPr/>
                <p:nvPr/>
              </p:nvSpPr>
              <p:spPr>
                <a:xfrm>
                  <a:off x="2157562" y="4801325"/>
                  <a:ext cx="489840" cy="146103"/>
                </a:xfrm>
                <a:custGeom>
                  <a:rect b="b" l="l" r="r" t="t"/>
                  <a:pathLst>
                    <a:path extrusionOk="0" h="2203" w="7386">
                      <a:moveTo>
                        <a:pt x="1" y="2202"/>
                      </a:moveTo>
                      <a:lnTo>
                        <a:pt x="7386" y="2202"/>
                      </a:lnTo>
                      <a:lnTo>
                        <a:pt x="7386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9" name="Google Shape;489;p10"/>
                <p:cNvSpPr/>
                <p:nvPr/>
              </p:nvSpPr>
              <p:spPr>
                <a:xfrm>
                  <a:off x="1096462" y="3635308"/>
                  <a:ext cx="520612" cy="872705"/>
                </a:xfrm>
                <a:custGeom>
                  <a:rect b="b" l="l" r="r" t="t"/>
                  <a:pathLst>
                    <a:path extrusionOk="0" h="13159" w="7850">
                      <a:moveTo>
                        <a:pt x="1" y="13159"/>
                      </a:moveTo>
                      <a:lnTo>
                        <a:pt x="7850" y="13159"/>
                      </a:lnTo>
                      <a:lnTo>
                        <a:pt x="785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0" name="Google Shape;490;p10"/>
                <p:cNvSpPr/>
                <p:nvPr/>
              </p:nvSpPr>
              <p:spPr>
                <a:xfrm>
                  <a:off x="1158536" y="3635308"/>
                  <a:ext cx="458536" cy="872705"/>
                </a:xfrm>
                <a:custGeom>
                  <a:rect b="b" l="l" r="r" t="t"/>
                  <a:pathLst>
                    <a:path extrusionOk="0" h="13159" w="6914">
                      <a:moveTo>
                        <a:pt x="0" y="13159"/>
                      </a:moveTo>
                      <a:lnTo>
                        <a:pt x="6914" y="13159"/>
                      </a:lnTo>
                      <a:lnTo>
                        <a:pt x="691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10"/>
                <p:cNvSpPr/>
                <p:nvPr/>
              </p:nvSpPr>
              <p:spPr>
                <a:xfrm>
                  <a:off x="1214973" y="3693603"/>
                  <a:ext cx="308852" cy="114800"/>
                </a:xfrm>
                <a:custGeom>
                  <a:rect b="b" l="l" r="r" t="t"/>
                  <a:pathLst>
                    <a:path extrusionOk="0" h="1731" w="4657">
                      <a:moveTo>
                        <a:pt x="0" y="1731"/>
                      </a:moveTo>
                      <a:lnTo>
                        <a:pt x="4656" y="1731"/>
                      </a:lnTo>
                      <a:lnTo>
                        <a:pt x="46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10"/>
                <p:cNvSpPr/>
                <p:nvPr/>
              </p:nvSpPr>
              <p:spPr>
                <a:xfrm>
                  <a:off x="1251780" y="3693603"/>
                  <a:ext cx="272045" cy="114800"/>
                </a:xfrm>
                <a:custGeom>
                  <a:rect b="b" l="l" r="r" t="t"/>
                  <a:pathLst>
                    <a:path extrusionOk="0" h="1731" w="4102">
                      <a:moveTo>
                        <a:pt x="1" y="1731"/>
                      </a:moveTo>
                      <a:lnTo>
                        <a:pt x="4101" y="1731"/>
                      </a:lnTo>
                      <a:lnTo>
                        <a:pt x="410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" name="Google Shape;493;p10"/>
                <p:cNvSpPr/>
                <p:nvPr/>
              </p:nvSpPr>
              <p:spPr>
                <a:xfrm>
                  <a:off x="1055476" y="3553670"/>
                  <a:ext cx="600793" cy="81706"/>
                </a:xfrm>
                <a:custGeom>
                  <a:rect b="b" l="l" r="r" t="t"/>
                  <a:pathLst>
                    <a:path extrusionOk="0" h="1232" w="9059">
                      <a:moveTo>
                        <a:pt x="0" y="1"/>
                      </a:moveTo>
                      <a:lnTo>
                        <a:pt x="9059" y="1"/>
                      </a:lnTo>
                      <a:lnTo>
                        <a:pt x="9059" y="1231"/>
                      </a:lnTo>
                      <a:lnTo>
                        <a:pt x="0" y="123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" name="Google Shape;494;p10"/>
                <p:cNvSpPr/>
                <p:nvPr/>
              </p:nvSpPr>
              <p:spPr>
                <a:xfrm>
                  <a:off x="1306361" y="4504217"/>
                  <a:ext cx="310709" cy="297180"/>
                </a:xfrm>
                <a:custGeom>
                  <a:rect b="b" l="l" r="r" t="t"/>
                  <a:pathLst>
                    <a:path extrusionOk="0" h="4481" w="4685">
                      <a:moveTo>
                        <a:pt x="3046" y="1"/>
                      </a:moveTo>
                      <a:lnTo>
                        <a:pt x="3046" y="1555"/>
                      </a:lnTo>
                      <a:lnTo>
                        <a:pt x="1407" y="1555"/>
                      </a:lnTo>
                      <a:lnTo>
                        <a:pt x="1407" y="2990"/>
                      </a:lnTo>
                      <a:lnTo>
                        <a:pt x="113" y="2990"/>
                      </a:lnTo>
                      <a:lnTo>
                        <a:pt x="113" y="4481"/>
                      </a:lnTo>
                      <a:lnTo>
                        <a:pt x="1" y="4481"/>
                      </a:lnTo>
                      <a:lnTo>
                        <a:pt x="4685" y="4481"/>
                      </a:lnTo>
                      <a:lnTo>
                        <a:pt x="46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" name="Google Shape;495;p10"/>
                <p:cNvSpPr/>
                <p:nvPr/>
              </p:nvSpPr>
              <p:spPr>
                <a:xfrm>
                  <a:off x="859107" y="4702444"/>
                  <a:ext cx="454823" cy="98949"/>
                </a:xfrm>
                <a:custGeom>
                  <a:rect b="b" l="l" r="r" t="t"/>
                  <a:pathLst>
                    <a:path extrusionOk="0" h="1492" w="6858">
                      <a:moveTo>
                        <a:pt x="1702" y="1"/>
                      </a:moveTo>
                      <a:lnTo>
                        <a:pt x="1702" y="1"/>
                      </a:lnTo>
                      <a:lnTo>
                        <a:pt x="0" y="1"/>
                      </a:lnTo>
                      <a:lnTo>
                        <a:pt x="0" y="1492"/>
                      </a:lnTo>
                      <a:lnTo>
                        <a:pt x="6857" y="1492"/>
                      </a:lnTo>
                      <a:lnTo>
                        <a:pt x="68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" name="Google Shape;496;p10"/>
                <p:cNvSpPr/>
                <p:nvPr/>
              </p:nvSpPr>
              <p:spPr>
                <a:xfrm>
                  <a:off x="971981" y="4607342"/>
                  <a:ext cx="427764" cy="95169"/>
                </a:xfrm>
                <a:custGeom>
                  <a:rect b="b" l="l" r="r" t="t"/>
                  <a:pathLst>
                    <a:path extrusionOk="0" h="1435" w="6450">
                      <a:moveTo>
                        <a:pt x="0" y="0"/>
                      </a:moveTo>
                      <a:lnTo>
                        <a:pt x="0" y="1435"/>
                      </a:lnTo>
                      <a:lnTo>
                        <a:pt x="6449" y="1435"/>
                      </a:lnTo>
                      <a:lnTo>
                        <a:pt x="6449" y="0"/>
                      </a:lnTo>
                      <a:lnTo>
                        <a:pt x="12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" name="Google Shape;497;p10"/>
                <p:cNvSpPr/>
                <p:nvPr/>
              </p:nvSpPr>
              <p:spPr>
                <a:xfrm>
                  <a:off x="1057333" y="4504217"/>
                  <a:ext cx="451109" cy="103194"/>
                </a:xfrm>
                <a:custGeom>
                  <a:rect b="b" l="l" r="r" t="t"/>
                  <a:pathLst>
                    <a:path extrusionOk="0" h="1556" w="6802">
                      <a:moveTo>
                        <a:pt x="0" y="1555"/>
                      </a:moveTo>
                      <a:lnTo>
                        <a:pt x="6801" y="1555"/>
                      </a:lnTo>
                      <a:lnTo>
                        <a:pt x="6801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" name="Google Shape;498;p10"/>
                <p:cNvSpPr/>
                <p:nvPr/>
              </p:nvSpPr>
              <p:spPr>
                <a:xfrm>
                  <a:off x="1485023" y="4104049"/>
                  <a:ext cx="87277" cy="87277"/>
                </a:xfrm>
                <a:custGeom>
                  <a:rect b="b" l="l" r="r" t="t"/>
                  <a:pathLst>
                    <a:path extrusionOk="0" h="1316" w="1316">
                      <a:moveTo>
                        <a:pt x="1316" y="640"/>
                      </a:moveTo>
                      <a:cubicBezTo>
                        <a:pt x="1316" y="1020"/>
                        <a:pt x="1027" y="1316"/>
                        <a:pt x="676" y="1316"/>
                      </a:cubicBezTo>
                      <a:cubicBezTo>
                        <a:pt x="296" y="1316"/>
                        <a:pt x="0" y="1020"/>
                        <a:pt x="0" y="640"/>
                      </a:cubicBezTo>
                      <a:cubicBezTo>
                        <a:pt x="0" y="289"/>
                        <a:pt x="296" y="0"/>
                        <a:pt x="676" y="0"/>
                      </a:cubicBezTo>
                      <a:cubicBezTo>
                        <a:pt x="1027" y="0"/>
                        <a:pt x="1316" y="289"/>
                        <a:pt x="1316" y="64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" name="Google Shape;499;p10"/>
                <p:cNvSpPr/>
                <p:nvPr/>
              </p:nvSpPr>
              <p:spPr>
                <a:xfrm>
                  <a:off x="2386628" y="2671697"/>
                  <a:ext cx="39195" cy="388569"/>
                </a:xfrm>
                <a:custGeom>
                  <a:rect b="b" l="l" r="r" t="t"/>
                  <a:pathLst>
                    <a:path extrusionOk="0" h="5859" w="591">
                      <a:moveTo>
                        <a:pt x="0" y="5831"/>
                      </a:moveTo>
                      <a:lnTo>
                        <a:pt x="591" y="5859"/>
                      </a:lnTo>
                      <a:lnTo>
                        <a:pt x="5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" name="Google Shape;500;p10"/>
                <p:cNvSpPr/>
                <p:nvPr/>
              </p:nvSpPr>
              <p:spPr>
                <a:xfrm>
                  <a:off x="2250873" y="3289655"/>
                  <a:ext cx="174952" cy="392349"/>
                </a:xfrm>
                <a:custGeom>
                  <a:rect b="b" l="l" r="r" t="t"/>
                  <a:pathLst>
                    <a:path extrusionOk="0" h="5916" w="2638">
                      <a:moveTo>
                        <a:pt x="1" y="1"/>
                      </a:moveTo>
                      <a:lnTo>
                        <a:pt x="2638" y="85"/>
                      </a:lnTo>
                      <a:lnTo>
                        <a:pt x="2638" y="5916"/>
                      </a:lnTo>
                      <a:lnTo>
                        <a:pt x="1" y="58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1" name="Google Shape;501;p10"/>
                <p:cNvSpPr/>
                <p:nvPr/>
              </p:nvSpPr>
              <p:spPr>
                <a:xfrm>
                  <a:off x="2369318" y="3293435"/>
                  <a:ext cx="56505" cy="388569"/>
                </a:xfrm>
                <a:custGeom>
                  <a:rect b="b" l="l" r="r" t="t"/>
                  <a:pathLst>
                    <a:path extrusionOk="0" h="5859" w="852">
                      <a:moveTo>
                        <a:pt x="1" y="5831"/>
                      </a:moveTo>
                      <a:lnTo>
                        <a:pt x="852" y="5859"/>
                      </a:lnTo>
                      <a:lnTo>
                        <a:pt x="852" y="2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2" name="Google Shape;502;p10"/>
                <p:cNvSpPr/>
                <p:nvPr/>
              </p:nvSpPr>
              <p:spPr>
                <a:xfrm>
                  <a:off x="2386628" y="3293435"/>
                  <a:ext cx="39195" cy="388569"/>
                </a:xfrm>
                <a:custGeom>
                  <a:rect b="b" l="l" r="r" t="t"/>
                  <a:pathLst>
                    <a:path extrusionOk="0" h="5859" w="591">
                      <a:moveTo>
                        <a:pt x="0" y="5831"/>
                      </a:moveTo>
                      <a:lnTo>
                        <a:pt x="591" y="5859"/>
                      </a:lnTo>
                      <a:lnTo>
                        <a:pt x="591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3" name="Google Shape;503;p10"/>
                <p:cNvSpPr/>
                <p:nvPr/>
              </p:nvSpPr>
              <p:spPr>
                <a:xfrm>
                  <a:off x="880527" y="2648353"/>
                  <a:ext cx="357796" cy="114800"/>
                </a:xfrm>
                <a:custGeom>
                  <a:rect b="b" l="l" r="r" t="t"/>
                  <a:pathLst>
                    <a:path extrusionOk="0" h="1731" w="5395">
                      <a:moveTo>
                        <a:pt x="1" y="1731"/>
                      </a:moveTo>
                      <a:lnTo>
                        <a:pt x="5395" y="1731"/>
                      </a:lnTo>
                      <a:lnTo>
                        <a:pt x="539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4" name="Google Shape;504;p10"/>
                <p:cNvSpPr/>
                <p:nvPr/>
              </p:nvSpPr>
              <p:spPr>
                <a:xfrm>
                  <a:off x="843721" y="3005612"/>
                  <a:ext cx="433335" cy="99414"/>
                </a:xfrm>
                <a:custGeom>
                  <a:rect b="b" l="l" r="r" t="t"/>
                  <a:pathLst>
                    <a:path extrusionOk="0" h="1499" w="6534">
                      <a:moveTo>
                        <a:pt x="0" y="1499"/>
                      </a:moveTo>
                      <a:lnTo>
                        <a:pt x="6534" y="1499"/>
                      </a:lnTo>
                      <a:lnTo>
                        <a:pt x="6534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5" name="Google Shape;505;p10"/>
                <p:cNvSpPr/>
                <p:nvPr/>
              </p:nvSpPr>
              <p:spPr>
                <a:xfrm>
                  <a:off x="1502266" y="2648353"/>
                  <a:ext cx="359720" cy="114800"/>
                </a:xfrm>
                <a:custGeom>
                  <a:rect b="b" l="l" r="r" t="t"/>
                  <a:pathLst>
                    <a:path extrusionOk="0" h="1731" w="5424">
                      <a:moveTo>
                        <a:pt x="1" y="1731"/>
                      </a:moveTo>
                      <a:lnTo>
                        <a:pt x="5423" y="1731"/>
                      </a:lnTo>
                      <a:lnTo>
                        <a:pt x="542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6" name="Google Shape;506;p10"/>
                <p:cNvSpPr/>
                <p:nvPr/>
              </p:nvSpPr>
              <p:spPr>
                <a:xfrm>
                  <a:off x="1467316" y="3005612"/>
                  <a:ext cx="431478" cy="99414"/>
                </a:xfrm>
                <a:custGeom>
                  <a:rect b="b" l="l" r="r" t="t"/>
                  <a:pathLst>
                    <a:path extrusionOk="0" h="1499" w="6506">
                      <a:moveTo>
                        <a:pt x="0" y="1499"/>
                      </a:moveTo>
                      <a:lnTo>
                        <a:pt x="6506" y="1499"/>
                      </a:lnTo>
                      <a:lnTo>
                        <a:pt x="6506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7" name="Google Shape;507;p10"/>
                <p:cNvSpPr/>
                <p:nvPr/>
              </p:nvSpPr>
              <p:spPr>
                <a:xfrm>
                  <a:off x="525125" y="1486050"/>
                  <a:ext cx="2124163" cy="773424"/>
                </a:xfrm>
                <a:custGeom>
                  <a:rect b="b" l="l" r="r" t="t"/>
                  <a:pathLst>
                    <a:path extrusionOk="0" h="11662" w="32029">
                      <a:moveTo>
                        <a:pt x="32029" y="10930"/>
                      </a:moveTo>
                      <a:lnTo>
                        <a:pt x="27893" y="0"/>
                      </a:lnTo>
                      <a:lnTo>
                        <a:pt x="6415" y="0"/>
                      </a:lnTo>
                      <a:lnTo>
                        <a:pt x="1" y="10817"/>
                      </a:lnTo>
                      <a:lnTo>
                        <a:pt x="493" y="11661"/>
                      </a:lnTo>
                      <a:lnTo>
                        <a:pt x="22330" y="11661"/>
                      </a:lnTo>
                      <a:lnTo>
                        <a:pt x="27633" y="1815"/>
                      </a:lnTo>
                      <a:lnTo>
                        <a:pt x="31150" y="11661"/>
                      </a:lnTo>
                      <a:lnTo>
                        <a:pt x="31649" y="11661"/>
                      </a:lnTo>
                      <a:close/>
                    </a:path>
                  </a:pathLst>
                </a:custGeom>
                <a:solidFill>
                  <a:srgbClr val="C5566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8" name="Google Shape;508;p10"/>
                <p:cNvSpPr/>
                <p:nvPr/>
              </p:nvSpPr>
              <p:spPr>
                <a:xfrm>
                  <a:off x="525125" y="1486050"/>
                  <a:ext cx="2124163" cy="773424"/>
                </a:xfrm>
                <a:custGeom>
                  <a:rect b="b" l="l" r="r" t="t"/>
                  <a:pathLst>
                    <a:path extrusionOk="0" h="11662" w="32029">
                      <a:moveTo>
                        <a:pt x="32029" y="10930"/>
                      </a:moveTo>
                      <a:lnTo>
                        <a:pt x="27893" y="0"/>
                      </a:lnTo>
                      <a:lnTo>
                        <a:pt x="6415" y="0"/>
                      </a:lnTo>
                      <a:lnTo>
                        <a:pt x="1" y="10817"/>
                      </a:lnTo>
                      <a:lnTo>
                        <a:pt x="493" y="11661"/>
                      </a:lnTo>
                      <a:lnTo>
                        <a:pt x="22330" y="11661"/>
                      </a:lnTo>
                      <a:lnTo>
                        <a:pt x="27633" y="1815"/>
                      </a:lnTo>
                      <a:lnTo>
                        <a:pt x="31150" y="11661"/>
                      </a:lnTo>
                      <a:lnTo>
                        <a:pt x="31649" y="1166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9" name="Google Shape;509;p10"/>
                <p:cNvSpPr/>
                <p:nvPr/>
              </p:nvSpPr>
              <p:spPr>
                <a:xfrm>
                  <a:off x="525125" y="1486050"/>
                  <a:ext cx="1849930" cy="717450"/>
                </a:xfrm>
                <a:custGeom>
                  <a:rect b="b" l="l" r="r" t="t"/>
                  <a:pathLst>
                    <a:path extrusionOk="0" h="10818" w="27894">
                      <a:moveTo>
                        <a:pt x="27893" y="0"/>
                      </a:moveTo>
                      <a:lnTo>
                        <a:pt x="6415" y="0"/>
                      </a:lnTo>
                      <a:lnTo>
                        <a:pt x="1" y="10817"/>
                      </a:lnTo>
                      <a:lnTo>
                        <a:pt x="21943" y="108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0" name="Google Shape;510;p10"/>
                <p:cNvSpPr/>
                <p:nvPr/>
              </p:nvSpPr>
              <p:spPr>
                <a:xfrm>
                  <a:off x="2355789" y="1579360"/>
                  <a:ext cx="268264" cy="680112"/>
                </a:xfrm>
                <a:custGeom>
                  <a:rect b="b" l="l" r="r" t="t"/>
                  <a:pathLst>
                    <a:path extrusionOk="0" h="10255" w="4045">
                      <a:moveTo>
                        <a:pt x="4045" y="10254"/>
                      </a:moveTo>
                      <a:lnTo>
                        <a:pt x="261" y="0"/>
                      </a:lnTo>
                      <a:lnTo>
                        <a:pt x="1" y="471"/>
                      </a:lnTo>
                      <a:lnTo>
                        <a:pt x="2990" y="8707"/>
                      </a:lnTo>
                      <a:lnTo>
                        <a:pt x="2990" y="10254"/>
                      </a:lnTo>
                      <a:lnTo>
                        <a:pt x="3630" y="10254"/>
                      </a:lnTo>
                      <a:lnTo>
                        <a:pt x="3630" y="1025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11" name="Google Shape;511;p10"/>
                <p:cNvGrpSpPr/>
                <p:nvPr/>
              </p:nvGrpSpPr>
              <p:grpSpPr>
                <a:xfrm>
                  <a:off x="973439" y="2819098"/>
                  <a:ext cx="174934" cy="130542"/>
                  <a:chOff x="2714005" y="3446776"/>
                  <a:chExt cx="330750" cy="246818"/>
                </a:xfrm>
              </p:grpSpPr>
              <p:sp>
                <p:nvSpPr>
                  <p:cNvPr id="512" name="Google Shape;512;p10"/>
                  <p:cNvSpPr/>
                  <p:nvPr/>
                </p:nvSpPr>
                <p:spPr>
                  <a:xfrm>
                    <a:off x="2714005" y="3446776"/>
                    <a:ext cx="223720" cy="246818"/>
                  </a:xfrm>
                  <a:custGeom>
                    <a:rect b="b" l="l" r="r" t="t"/>
                    <a:pathLst>
                      <a:path extrusionOk="0" h="1103" w="100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79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3" name="Google Shape;513;p10"/>
                  <p:cNvSpPr/>
                  <p:nvPr/>
                </p:nvSpPr>
                <p:spPr>
                  <a:xfrm>
                    <a:off x="2821035" y="3446776"/>
                    <a:ext cx="223720" cy="246818"/>
                  </a:xfrm>
                  <a:custGeom>
                    <a:rect b="b" l="l" r="r" t="t"/>
                    <a:pathLst>
                      <a:path extrusionOk="0" h="1103" w="100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79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514" name="Google Shape;514;p10"/>
                <p:cNvGrpSpPr/>
                <p:nvPr/>
              </p:nvGrpSpPr>
              <p:grpSpPr>
                <a:xfrm>
                  <a:off x="1640414" y="2819098"/>
                  <a:ext cx="174934" cy="130542"/>
                  <a:chOff x="2714005" y="3446776"/>
                  <a:chExt cx="330750" cy="246818"/>
                </a:xfrm>
              </p:grpSpPr>
              <p:sp>
                <p:nvSpPr>
                  <p:cNvPr id="515" name="Google Shape;515;p10"/>
                  <p:cNvSpPr/>
                  <p:nvPr/>
                </p:nvSpPr>
                <p:spPr>
                  <a:xfrm>
                    <a:off x="2714005" y="3446776"/>
                    <a:ext cx="223720" cy="246818"/>
                  </a:xfrm>
                  <a:custGeom>
                    <a:rect b="b" l="l" r="r" t="t"/>
                    <a:pathLst>
                      <a:path extrusionOk="0" h="1103" w="100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79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6" name="Google Shape;516;p10"/>
                  <p:cNvSpPr/>
                  <p:nvPr/>
                </p:nvSpPr>
                <p:spPr>
                  <a:xfrm>
                    <a:off x="2821035" y="3446776"/>
                    <a:ext cx="223720" cy="246818"/>
                  </a:xfrm>
                  <a:custGeom>
                    <a:rect b="b" l="l" r="r" t="t"/>
                    <a:pathLst>
                      <a:path extrusionOk="0" h="1103" w="100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79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17" name="Google Shape;517;p10"/>
              <p:cNvSpPr/>
              <p:nvPr/>
            </p:nvSpPr>
            <p:spPr>
              <a:xfrm>
                <a:off x="8008425" y="683900"/>
                <a:ext cx="840952" cy="1162694"/>
              </a:xfrm>
              <a:custGeom>
                <a:rect b="b" l="l" r="r" t="t"/>
                <a:pathLst>
                  <a:path extrusionOk="0" h="17785" w="12864">
                    <a:moveTo>
                      <a:pt x="6478" y="3219"/>
                    </a:moveTo>
                    <a:cubicBezTo>
                      <a:pt x="8152" y="3219"/>
                      <a:pt x="9495" y="4569"/>
                      <a:pt x="9495" y="6243"/>
                    </a:cubicBezTo>
                    <a:cubicBezTo>
                      <a:pt x="9495" y="7910"/>
                      <a:pt x="8116" y="9260"/>
                      <a:pt x="6450" y="9260"/>
                    </a:cubicBezTo>
                    <a:cubicBezTo>
                      <a:pt x="4811" y="9260"/>
                      <a:pt x="3461" y="7882"/>
                      <a:pt x="3461" y="6243"/>
                    </a:cubicBezTo>
                    <a:cubicBezTo>
                      <a:pt x="3461" y="4569"/>
                      <a:pt x="4811" y="3219"/>
                      <a:pt x="6478" y="3219"/>
                    </a:cubicBezTo>
                    <a:close/>
                    <a:moveTo>
                      <a:pt x="6470" y="1"/>
                    </a:moveTo>
                    <a:cubicBezTo>
                      <a:pt x="4106" y="1"/>
                      <a:pt x="1916" y="1340"/>
                      <a:pt x="880" y="3458"/>
                    </a:cubicBezTo>
                    <a:cubicBezTo>
                      <a:pt x="148" y="4949"/>
                      <a:pt x="0" y="6475"/>
                      <a:pt x="591" y="8030"/>
                    </a:cubicBezTo>
                    <a:cubicBezTo>
                      <a:pt x="795" y="8557"/>
                      <a:pt x="1027" y="9085"/>
                      <a:pt x="1259" y="9612"/>
                    </a:cubicBezTo>
                    <a:cubicBezTo>
                      <a:pt x="2202" y="11546"/>
                      <a:pt x="3341" y="13361"/>
                      <a:pt x="4572" y="15119"/>
                    </a:cubicBezTo>
                    <a:cubicBezTo>
                      <a:pt x="5163" y="16026"/>
                      <a:pt x="5803" y="16877"/>
                      <a:pt x="6450" y="17784"/>
                    </a:cubicBezTo>
                    <a:cubicBezTo>
                      <a:pt x="6569" y="17672"/>
                      <a:pt x="6625" y="17609"/>
                      <a:pt x="6682" y="17524"/>
                    </a:cubicBezTo>
                    <a:cubicBezTo>
                      <a:pt x="7737" y="15998"/>
                      <a:pt x="8820" y="14472"/>
                      <a:pt x="9847" y="12925"/>
                    </a:cubicBezTo>
                    <a:cubicBezTo>
                      <a:pt x="10754" y="11483"/>
                      <a:pt x="11577" y="9992"/>
                      <a:pt x="12224" y="8409"/>
                    </a:cubicBezTo>
                    <a:cubicBezTo>
                      <a:pt x="12751" y="7122"/>
                      <a:pt x="12864" y="5828"/>
                      <a:pt x="12456" y="4485"/>
                    </a:cubicBezTo>
                    <a:cubicBezTo>
                      <a:pt x="11752" y="2023"/>
                      <a:pt x="9586" y="230"/>
                      <a:pt x="7033" y="26"/>
                    </a:cubicBezTo>
                    <a:cubicBezTo>
                      <a:pt x="6845" y="9"/>
                      <a:pt x="6657" y="1"/>
                      <a:pt x="64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128588" rotWithShape="0" algn="bl" dir="8280000" dist="295275">
                  <a:schemeClr val="dk1">
                    <a:alpha val="25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1"/>
          <p:cNvSpPr txBox="1"/>
          <p:nvPr>
            <p:ph hasCustomPrompt="1" type="title"/>
          </p:nvPr>
        </p:nvSpPr>
        <p:spPr>
          <a:xfrm>
            <a:off x="3006100" y="1367050"/>
            <a:ext cx="5194200" cy="10806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57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20" name="Google Shape;520;p11"/>
          <p:cNvSpPr txBox="1"/>
          <p:nvPr>
            <p:ph idx="1" type="subTitle"/>
          </p:nvPr>
        </p:nvSpPr>
        <p:spPr>
          <a:xfrm>
            <a:off x="3006100" y="2502050"/>
            <a:ext cx="51942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521" name="Google Shape;521;p11"/>
          <p:cNvGrpSpPr/>
          <p:nvPr/>
        </p:nvGrpSpPr>
        <p:grpSpPr>
          <a:xfrm>
            <a:off x="8505100" y="-9175"/>
            <a:ext cx="259800" cy="5165400"/>
            <a:chOff x="375950" y="-9175"/>
            <a:chExt cx="259800" cy="5165400"/>
          </a:xfrm>
        </p:grpSpPr>
        <p:cxnSp>
          <p:nvCxnSpPr>
            <p:cNvPr id="522" name="Google Shape;522;p11"/>
            <p:cNvCxnSpPr/>
            <p:nvPr/>
          </p:nvCxnSpPr>
          <p:spPr>
            <a:xfrm>
              <a:off x="505850" y="-9175"/>
              <a:ext cx="0" cy="516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3" name="Google Shape;523;p11"/>
            <p:cNvSpPr/>
            <p:nvPr/>
          </p:nvSpPr>
          <p:spPr>
            <a:xfrm>
              <a:off x="375950" y="0"/>
              <a:ext cx="259800" cy="24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7" name="Google Shape;527;p13"/>
          <p:cNvSpPr txBox="1"/>
          <p:nvPr>
            <p:ph hasCustomPrompt="1" idx="2" type="title"/>
          </p:nvPr>
        </p:nvSpPr>
        <p:spPr>
          <a:xfrm>
            <a:off x="719975" y="1328472"/>
            <a:ext cx="734700" cy="6075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8" name="Google Shape;528;p13"/>
          <p:cNvSpPr txBox="1"/>
          <p:nvPr>
            <p:ph hasCustomPrompt="1" idx="3" type="title"/>
          </p:nvPr>
        </p:nvSpPr>
        <p:spPr>
          <a:xfrm>
            <a:off x="719975" y="2914302"/>
            <a:ext cx="734700" cy="572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9" name="Google Shape;529;p13"/>
          <p:cNvSpPr txBox="1"/>
          <p:nvPr>
            <p:ph hasCustomPrompt="1" idx="4" type="title"/>
          </p:nvPr>
        </p:nvSpPr>
        <p:spPr>
          <a:xfrm>
            <a:off x="2568925" y="1328472"/>
            <a:ext cx="734700" cy="6075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0" name="Google Shape;530;p13"/>
          <p:cNvSpPr txBox="1"/>
          <p:nvPr>
            <p:ph hasCustomPrompt="1" idx="5" type="title"/>
          </p:nvPr>
        </p:nvSpPr>
        <p:spPr>
          <a:xfrm>
            <a:off x="2568925" y="2914302"/>
            <a:ext cx="734700" cy="572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1" name="Google Shape;531;p13"/>
          <p:cNvSpPr txBox="1"/>
          <p:nvPr>
            <p:ph hasCustomPrompt="1" idx="6" type="title"/>
          </p:nvPr>
        </p:nvSpPr>
        <p:spPr>
          <a:xfrm>
            <a:off x="4417875" y="1328472"/>
            <a:ext cx="734700" cy="6075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2" name="Google Shape;532;p13"/>
          <p:cNvSpPr txBox="1"/>
          <p:nvPr>
            <p:ph hasCustomPrompt="1" idx="7" type="title"/>
          </p:nvPr>
        </p:nvSpPr>
        <p:spPr>
          <a:xfrm>
            <a:off x="4417875" y="2914302"/>
            <a:ext cx="734700" cy="572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3" name="Google Shape;533;p13"/>
          <p:cNvSpPr txBox="1"/>
          <p:nvPr>
            <p:ph idx="1" type="subTitle"/>
          </p:nvPr>
        </p:nvSpPr>
        <p:spPr>
          <a:xfrm>
            <a:off x="719975" y="198440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4" name="Google Shape;534;p13"/>
          <p:cNvSpPr txBox="1"/>
          <p:nvPr>
            <p:ph idx="8" type="subTitle"/>
          </p:nvPr>
        </p:nvSpPr>
        <p:spPr>
          <a:xfrm>
            <a:off x="2515497" y="198440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5" name="Google Shape;535;p13"/>
          <p:cNvSpPr txBox="1"/>
          <p:nvPr>
            <p:ph idx="9" type="subTitle"/>
          </p:nvPr>
        </p:nvSpPr>
        <p:spPr>
          <a:xfrm>
            <a:off x="4311019" y="198440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6" name="Google Shape;536;p13"/>
          <p:cNvSpPr txBox="1"/>
          <p:nvPr>
            <p:ph idx="13" type="subTitle"/>
          </p:nvPr>
        </p:nvSpPr>
        <p:spPr>
          <a:xfrm>
            <a:off x="719975" y="357035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7" name="Google Shape;537;p13"/>
          <p:cNvSpPr txBox="1"/>
          <p:nvPr>
            <p:ph idx="14" type="subTitle"/>
          </p:nvPr>
        </p:nvSpPr>
        <p:spPr>
          <a:xfrm>
            <a:off x="2515497" y="357035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8" name="Google Shape;538;p13"/>
          <p:cNvSpPr txBox="1"/>
          <p:nvPr>
            <p:ph idx="15" type="subTitle"/>
          </p:nvPr>
        </p:nvSpPr>
        <p:spPr>
          <a:xfrm>
            <a:off x="4311019" y="357035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539" name="Google Shape;539;p13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0" name="Google Shape;540;p13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4"/>
          <p:cNvSpPr txBox="1"/>
          <p:nvPr>
            <p:ph idx="1" type="subTitle"/>
          </p:nvPr>
        </p:nvSpPr>
        <p:spPr>
          <a:xfrm>
            <a:off x="4169650" y="1922463"/>
            <a:ext cx="4259100" cy="21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/>
        </p:txBody>
      </p:sp>
      <p:sp>
        <p:nvSpPr>
          <p:cNvPr id="543" name="Google Shape;543;p14"/>
          <p:cNvSpPr txBox="1"/>
          <p:nvPr>
            <p:ph type="title"/>
          </p:nvPr>
        </p:nvSpPr>
        <p:spPr>
          <a:xfrm>
            <a:off x="4169650" y="849988"/>
            <a:ext cx="4259100" cy="12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4" name="Google Shape;544;p14"/>
          <p:cNvGrpSpPr/>
          <p:nvPr/>
        </p:nvGrpSpPr>
        <p:grpSpPr>
          <a:xfrm>
            <a:off x="-262886" y="918517"/>
            <a:ext cx="1433705" cy="676669"/>
            <a:chOff x="8495614" y="797917"/>
            <a:chExt cx="1433705" cy="676669"/>
          </a:xfrm>
        </p:grpSpPr>
        <p:sp>
          <p:nvSpPr>
            <p:cNvPr id="545" name="Google Shape;545;p14"/>
            <p:cNvSpPr/>
            <p:nvPr/>
          </p:nvSpPr>
          <p:spPr>
            <a:xfrm>
              <a:off x="9327259" y="79791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4"/>
            <p:cNvSpPr/>
            <p:nvPr/>
          </p:nvSpPr>
          <p:spPr>
            <a:xfrm>
              <a:off x="8495614" y="1211810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7" name="Google Shape;547;p14"/>
          <p:cNvGrpSpPr/>
          <p:nvPr/>
        </p:nvGrpSpPr>
        <p:grpSpPr>
          <a:xfrm>
            <a:off x="5888695" y="3676475"/>
            <a:ext cx="4840606" cy="2456313"/>
            <a:chOff x="5888695" y="3676475"/>
            <a:chExt cx="4840606" cy="2456313"/>
          </a:xfrm>
        </p:grpSpPr>
        <p:grpSp>
          <p:nvGrpSpPr>
            <p:cNvPr id="548" name="Google Shape;548;p14"/>
            <p:cNvGrpSpPr/>
            <p:nvPr/>
          </p:nvGrpSpPr>
          <p:grpSpPr>
            <a:xfrm>
              <a:off x="5888695" y="4771761"/>
              <a:ext cx="1753484" cy="1361026"/>
              <a:chOff x="3654620" y="3548886"/>
              <a:chExt cx="1753484" cy="1361026"/>
            </a:xfrm>
          </p:grpSpPr>
          <p:sp>
            <p:nvSpPr>
              <p:cNvPr id="549" name="Google Shape;549;p14"/>
              <p:cNvSpPr/>
              <p:nvPr/>
            </p:nvSpPr>
            <p:spPr>
              <a:xfrm>
                <a:off x="4298755" y="3957848"/>
                <a:ext cx="1059784" cy="945459"/>
              </a:xfrm>
              <a:custGeom>
                <a:rect b="b" l="l" r="r" t="t"/>
                <a:pathLst>
                  <a:path extrusionOk="0" h="20129" w="22563">
                    <a:moveTo>
                      <a:pt x="1" y="1"/>
                    </a:moveTo>
                    <a:lnTo>
                      <a:pt x="1" y="20129"/>
                    </a:lnTo>
                    <a:lnTo>
                      <a:pt x="22563" y="20129"/>
                    </a:lnTo>
                    <a:lnTo>
                      <a:pt x="225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4"/>
              <p:cNvSpPr/>
              <p:nvPr/>
            </p:nvSpPr>
            <p:spPr>
              <a:xfrm>
                <a:off x="3698583" y="3609664"/>
                <a:ext cx="600230" cy="1293648"/>
              </a:xfrm>
              <a:custGeom>
                <a:rect b="b" l="l" r="r" t="t"/>
                <a:pathLst>
                  <a:path extrusionOk="0" h="27542" w="12779">
                    <a:moveTo>
                      <a:pt x="12547" y="7414"/>
                    </a:moveTo>
                    <a:lnTo>
                      <a:pt x="6330" y="1"/>
                    </a:lnTo>
                    <a:lnTo>
                      <a:pt x="0" y="7385"/>
                    </a:lnTo>
                    <a:lnTo>
                      <a:pt x="0" y="27542"/>
                    </a:lnTo>
                    <a:lnTo>
                      <a:pt x="12779" y="27542"/>
                    </a:lnTo>
                    <a:lnTo>
                      <a:pt x="12779" y="74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3876267" y="3935725"/>
                <a:ext cx="242177" cy="242177"/>
              </a:xfrm>
              <a:custGeom>
                <a:rect b="b" l="l" r="r" t="t"/>
                <a:pathLst>
                  <a:path extrusionOk="0" h="5156" w="5156">
                    <a:moveTo>
                      <a:pt x="2575" y="5155"/>
                    </a:moveTo>
                    <a:cubicBezTo>
                      <a:pt x="3981" y="5155"/>
                      <a:pt x="5156" y="3988"/>
                      <a:pt x="5156" y="2581"/>
                    </a:cubicBezTo>
                    <a:cubicBezTo>
                      <a:pt x="5156" y="1147"/>
                      <a:pt x="3981" y="0"/>
                      <a:pt x="2575" y="0"/>
                    </a:cubicBezTo>
                    <a:cubicBezTo>
                      <a:pt x="1168" y="0"/>
                      <a:pt x="1" y="1147"/>
                      <a:pt x="1" y="2581"/>
                    </a:cubicBezTo>
                    <a:cubicBezTo>
                      <a:pt x="1" y="3988"/>
                      <a:pt x="1168" y="5155"/>
                      <a:pt x="2575" y="51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3894116" y="3935725"/>
                <a:ext cx="224329" cy="240862"/>
              </a:xfrm>
              <a:custGeom>
                <a:rect b="b" l="l" r="r" t="t"/>
                <a:pathLst>
                  <a:path extrusionOk="0" h="5128" w="4776">
                    <a:moveTo>
                      <a:pt x="2406" y="0"/>
                    </a:moveTo>
                    <a:cubicBezTo>
                      <a:pt x="3721" y="92"/>
                      <a:pt x="4776" y="1203"/>
                      <a:pt x="4776" y="2581"/>
                    </a:cubicBezTo>
                    <a:cubicBezTo>
                      <a:pt x="4776" y="3925"/>
                      <a:pt x="3721" y="5043"/>
                      <a:pt x="2406" y="5127"/>
                    </a:cubicBezTo>
                    <a:cubicBezTo>
                      <a:pt x="1055" y="5043"/>
                      <a:pt x="1" y="3925"/>
                      <a:pt x="1" y="2581"/>
                    </a:cubicBezTo>
                    <a:cubicBezTo>
                      <a:pt x="1" y="1203"/>
                      <a:pt x="1055" y="92"/>
                      <a:pt x="2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3909334" y="3943992"/>
                <a:ext cx="170501" cy="205165"/>
              </a:xfrm>
              <a:custGeom>
                <a:rect b="b" l="l" r="r" t="t"/>
                <a:pathLst>
                  <a:path extrusionOk="0" h="4368" w="3630">
                    <a:moveTo>
                      <a:pt x="2813" y="0"/>
                    </a:moveTo>
                    <a:cubicBezTo>
                      <a:pt x="3102" y="120"/>
                      <a:pt x="3397" y="296"/>
                      <a:pt x="3629" y="499"/>
                    </a:cubicBezTo>
                    <a:lnTo>
                      <a:pt x="612" y="4368"/>
                    </a:lnTo>
                    <a:cubicBezTo>
                      <a:pt x="352" y="4164"/>
                      <a:pt x="148" y="3896"/>
                      <a:pt x="0" y="3608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3965791" y="3993545"/>
                <a:ext cx="144433" cy="180412"/>
              </a:xfrm>
              <a:custGeom>
                <a:rect b="b" l="l" r="r" t="t"/>
                <a:pathLst>
                  <a:path extrusionOk="0" h="3841" w="3075">
                    <a:moveTo>
                      <a:pt x="2870" y="0"/>
                    </a:moveTo>
                    <a:cubicBezTo>
                      <a:pt x="2955" y="120"/>
                      <a:pt x="3018" y="267"/>
                      <a:pt x="3074" y="380"/>
                    </a:cubicBezTo>
                    <a:lnTo>
                      <a:pt x="380" y="3840"/>
                    </a:lnTo>
                    <a:cubicBezTo>
                      <a:pt x="233" y="3784"/>
                      <a:pt x="113" y="3749"/>
                      <a:pt x="1" y="3692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3654620" y="3548886"/>
                <a:ext cx="1753484" cy="409015"/>
              </a:xfrm>
              <a:custGeom>
                <a:rect b="b" l="l" r="r" t="t"/>
                <a:pathLst>
                  <a:path extrusionOk="0" h="8708" w="37332">
                    <a:moveTo>
                      <a:pt x="1" y="8152"/>
                    </a:moveTo>
                    <a:lnTo>
                      <a:pt x="6942" y="1"/>
                    </a:lnTo>
                    <a:lnTo>
                      <a:pt x="30446" y="1"/>
                    </a:lnTo>
                    <a:lnTo>
                      <a:pt x="37332" y="8061"/>
                    </a:lnTo>
                    <a:lnTo>
                      <a:pt x="36776" y="8708"/>
                    </a:lnTo>
                    <a:lnTo>
                      <a:pt x="13483" y="8708"/>
                    </a:lnTo>
                    <a:lnTo>
                      <a:pt x="7266" y="1295"/>
                    </a:lnTo>
                    <a:lnTo>
                      <a:pt x="908" y="8708"/>
                    </a:lnTo>
                    <a:lnTo>
                      <a:pt x="380" y="87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3980680" y="3556495"/>
                <a:ext cx="1427418" cy="409015"/>
              </a:xfrm>
              <a:custGeom>
                <a:rect b="b" l="l" r="r" t="t"/>
                <a:pathLst>
                  <a:path extrusionOk="0" h="8708" w="30390">
                    <a:moveTo>
                      <a:pt x="0" y="1"/>
                    </a:moveTo>
                    <a:lnTo>
                      <a:pt x="23504" y="1"/>
                    </a:lnTo>
                    <a:lnTo>
                      <a:pt x="30390" y="8061"/>
                    </a:lnTo>
                    <a:lnTo>
                      <a:pt x="29834" y="8708"/>
                    </a:lnTo>
                    <a:lnTo>
                      <a:pt x="7385" y="8708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4287858" y="3927459"/>
                <a:ext cx="1120235" cy="30437"/>
              </a:xfrm>
              <a:custGeom>
                <a:rect b="b" l="l" r="r" t="t"/>
                <a:pathLst>
                  <a:path extrusionOk="0" h="648" w="23850">
                    <a:moveTo>
                      <a:pt x="23850" y="1"/>
                    </a:moveTo>
                    <a:lnTo>
                      <a:pt x="23294" y="648"/>
                    </a:lnTo>
                    <a:lnTo>
                      <a:pt x="1" y="648"/>
                    </a:ln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3672468" y="3595808"/>
                <a:ext cx="323435" cy="362092"/>
              </a:xfrm>
              <a:custGeom>
                <a:rect b="b" l="l" r="r" t="t"/>
                <a:pathLst>
                  <a:path extrusionOk="0" h="7709" w="6886">
                    <a:moveTo>
                      <a:pt x="6654" y="0"/>
                    </a:moveTo>
                    <a:lnTo>
                      <a:pt x="0" y="7709"/>
                    </a:lnTo>
                    <a:lnTo>
                      <a:pt x="528" y="7709"/>
                    </a:lnTo>
                    <a:lnTo>
                      <a:pt x="6886" y="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4410118" y="4095280"/>
                <a:ext cx="323764" cy="235555"/>
              </a:xfrm>
              <a:custGeom>
                <a:rect b="b" l="l" r="r" t="t"/>
                <a:pathLst>
                  <a:path extrusionOk="0" h="5015" w="6893">
                    <a:moveTo>
                      <a:pt x="0" y="5015"/>
                    </a:moveTo>
                    <a:lnTo>
                      <a:pt x="6892" y="5015"/>
                    </a:lnTo>
                    <a:lnTo>
                      <a:pt x="68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4410118" y="4095280"/>
                <a:ext cx="300326" cy="235555"/>
              </a:xfrm>
              <a:custGeom>
                <a:rect b="b" l="l" r="r" t="t"/>
                <a:pathLst>
                  <a:path extrusionOk="0" h="5015" w="6394">
                    <a:moveTo>
                      <a:pt x="0" y="5015"/>
                    </a:moveTo>
                    <a:lnTo>
                      <a:pt x="6393" y="5015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4553468" y="4095280"/>
                <a:ext cx="13574" cy="235555"/>
              </a:xfrm>
              <a:custGeom>
                <a:rect b="b" l="l" r="r" t="t"/>
                <a:pathLst>
                  <a:path extrusionOk="0" h="5015" w="289">
                    <a:moveTo>
                      <a:pt x="0" y="5015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89" y="50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4696489" y="4095280"/>
                <a:ext cx="13950" cy="235555"/>
              </a:xfrm>
              <a:custGeom>
                <a:rect b="b" l="l" r="r" t="t"/>
                <a:pathLst>
                  <a:path extrusionOk="0" h="5015" w="297">
                    <a:moveTo>
                      <a:pt x="1" y="5015"/>
                    </a:moveTo>
                    <a:lnTo>
                      <a:pt x="296" y="5015"/>
                    </a:lnTo>
                    <a:lnTo>
                      <a:pt x="29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14"/>
              <p:cNvSpPr/>
              <p:nvPr/>
            </p:nvSpPr>
            <p:spPr>
              <a:xfrm>
                <a:off x="4410118" y="4205611"/>
                <a:ext cx="300326" cy="15218"/>
              </a:xfrm>
              <a:custGeom>
                <a:rect b="b" l="l" r="r" t="t"/>
                <a:pathLst>
                  <a:path extrusionOk="0" h="324" w="6394">
                    <a:moveTo>
                      <a:pt x="0" y="324"/>
                    </a:moveTo>
                    <a:lnTo>
                      <a:pt x="6393" y="324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4"/>
              <p:cNvSpPr/>
              <p:nvPr/>
            </p:nvSpPr>
            <p:spPr>
              <a:xfrm>
                <a:off x="4436515" y="4254271"/>
                <a:ext cx="47956" cy="51808"/>
              </a:xfrm>
              <a:custGeom>
                <a:rect b="b" l="l" r="r" t="t"/>
                <a:pathLst>
                  <a:path extrusionOk="0" h="1103" w="1021">
                    <a:moveTo>
                      <a:pt x="935" y="1"/>
                    </a:moveTo>
                    <a:cubicBezTo>
                      <a:pt x="913" y="1"/>
                      <a:pt x="896" y="14"/>
                      <a:pt x="880" y="47"/>
                    </a:cubicBezTo>
                    <a:lnTo>
                      <a:pt x="29" y="983"/>
                    </a:lnTo>
                    <a:cubicBezTo>
                      <a:pt x="1" y="1011"/>
                      <a:pt x="1" y="1074"/>
                      <a:pt x="29" y="1102"/>
                    </a:cubicBezTo>
                    <a:lnTo>
                      <a:pt x="85" y="1102"/>
                    </a:lnTo>
                    <a:cubicBezTo>
                      <a:pt x="113" y="1102"/>
                      <a:pt x="141" y="1102"/>
                      <a:pt x="141" y="1074"/>
                    </a:cubicBezTo>
                    <a:lnTo>
                      <a:pt x="992" y="132"/>
                    </a:lnTo>
                    <a:cubicBezTo>
                      <a:pt x="1020" y="104"/>
                      <a:pt x="1020" y="47"/>
                      <a:pt x="992" y="19"/>
                    </a:cubicBezTo>
                    <a:cubicBezTo>
                      <a:pt x="969" y="8"/>
                      <a:pt x="951" y="1"/>
                      <a:pt x="935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14"/>
              <p:cNvSpPr/>
              <p:nvPr/>
            </p:nvSpPr>
            <p:spPr>
              <a:xfrm>
                <a:off x="4476157" y="4241730"/>
                <a:ext cx="46970" cy="51808"/>
              </a:xfrm>
              <a:custGeom>
                <a:rect b="b" l="l" r="r" t="t"/>
                <a:pathLst>
                  <a:path extrusionOk="0" h="1103" w="1000">
                    <a:moveTo>
                      <a:pt x="923" y="0"/>
                    </a:moveTo>
                    <a:cubicBezTo>
                      <a:pt x="897" y="0"/>
                      <a:pt x="868" y="14"/>
                      <a:pt x="852" y="47"/>
                    </a:cubicBezTo>
                    <a:lnTo>
                      <a:pt x="36" y="990"/>
                    </a:lnTo>
                    <a:cubicBezTo>
                      <a:pt x="1" y="1018"/>
                      <a:pt x="1" y="1074"/>
                      <a:pt x="36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8" y="1074"/>
                    </a:cubicBezTo>
                    <a:lnTo>
                      <a:pt x="971" y="139"/>
                    </a:lnTo>
                    <a:cubicBezTo>
                      <a:pt x="999" y="110"/>
                      <a:pt x="999" y="47"/>
                      <a:pt x="971" y="19"/>
                    </a:cubicBezTo>
                    <a:cubicBezTo>
                      <a:pt x="960" y="7"/>
                      <a:pt x="942" y="0"/>
                      <a:pt x="923" y="0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4"/>
              <p:cNvSpPr/>
              <p:nvPr/>
            </p:nvSpPr>
            <p:spPr>
              <a:xfrm>
                <a:off x="4611287" y="4131587"/>
                <a:ext cx="48238" cy="51949"/>
              </a:xfrm>
              <a:custGeom>
                <a:rect b="b" l="l" r="r" t="t"/>
                <a:pathLst>
                  <a:path extrusionOk="0" h="1106" w="1027">
                    <a:moveTo>
                      <a:pt x="936" y="1"/>
                    </a:moveTo>
                    <a:cubicBezTo>
                      <a:pt x="914" y="1"/>
                      <a:pt x="893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6" y="1077"/>
                    </a:cubicBezTo>
                    <a:lnTo>
                      <a:pt x="85" y="1105"/>
                    </a:lnTo>
                    <a:cubicBezTo>
                      <a:pt x="113" y="1105"/>
                      <a:pt x="148" y="1077"/>
                      <a:pt x="148" y="1077"/>
                    </a:cubicBezTo>
                    <a:lnTo>
                      <a:pt x="992" y="142"/>
                    </a:lnTo>
                    <a:cubicBezTo>
                      <a:pt x="1027" y="106"/>
                      <a:pt x="1027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14"/>
              <p:cNvSpPr/>
              <p:nvPr/>
            </p:nvSpPr>
            <p:spPr>
              <a:xfrm>
                <a:off x="3900878" y="4389919"/>
                <a:ext cx="228650" cy="513382"/>
              </a:xfrm>
              <a:custGeom>
                <a:rect b="b" l="l" r="r" t="t"/>
                <a:pathLst>
                  <a:path extrusionOk="0" h="10930" w="4868">
                    <a:moveTo>
                      <a:pt x="1" y="10930"/>
                    </a:moveTo>
                    <a:lnTo>
                      <a:pt x="4868" y="10930"/>
                    </a:lnTo>
                    <a:lnTo>
                      <a:pt x="48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4"/>
              <p:cNvSpPr/>
              <p:nvPr/>
            </p:nvSpPr>
            <p:spPr>
              <a:xfrm>
                <a:off x="3924505" y="4389919"/>
                <a:ext cx="202206" cy="513382"/>
              </a:xfrm>
              <a:custGeom>
                <a:rect b="b" l="l" r="r" t="t"/>
                <a:pathLst>
                  <a:path extrusionOk="0" h="10930" w="4305">
                    <a:moveTo>
                      <a:pt x="1" y="10930"/>
                    </a:moveTo>
                    <a:lnTo>
                      <a:pt x="4305" y="10930"/>
                    </a:lnTo>
                    <a:lnTo>
                      <a:pt x="43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4"/>
              <p:cNvSpPr/>
              <p:nvPr/>
            </p:nvSpPr>
            <p:spPr>
              <a:xfrm>
                <a:off x="3949304" y="4414718"/>
                <a:ext cx="136119" cy="50915"/>
              </a:xfrm>
              <a:custGeom>
                <a:rect b="b" l="l" r="r" t="t"/>
                <a:pathLst>
                  <a:path extrusionOk="0" h="1084" w="2898">
                    <a:moveTo>
                      <a:pt x="0" y="1083"/>
                    </a:moveTo>
                    <a:lnTo>
                      <a:pt x="2898" y="1083"/>
                    </a:lnTo>
                    <a:lnTo>
                      <a:pt x="28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14"/>
              <p:cNvSpPr/>
              <p:nvPr/>
            </p:nvSpPr>
            <p:spPr>
              <a:xfrm>
                <a:off x="3878945" y="4354269"/>
                <a:ext cx="265615" cy="35697"/>
              </a:xfrm>
              <a:custGeom>
                <a:rect b="b" l="l" r="r" t="t"/>
                <a:pathLst>
                  <a:path extrusionOk="0" h="760" w="5655">
                    <a:moveTo>
                      <a:pt x="0" y="0"/>
                    </a:moveTo>
                    <a:lnTo>
                      <a:pt x="5655" y="0"/>
                    </a:lnTo>
                    <a:lnTo>
                      <a:pt x="5655" y="760"/>
                    </a:lnTo>
                    <a:lnTo>
                      <a:pt x="0" y="7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14"/>
              <p:cNvSpPr/>
              <p:nvPr/>
            </p:nvSpPr>
            <p:spPr>
              <a:xfrm>
                <a:off x="3902382" y="4772437"/>
                <a:ext cx="224329" cy="130858"/>
              </a:xfrm>
              <a:custGeom>
                <a:rect b="b" l="l" r="r" t="t"/>
                <a:pathLst>
                  <a:path extrusionOk="0" h="2786" w="4776">
                    <a:moveTo>
                      <a:pt x="0" y="2786"/>
                    </a:moveTo>
                    <a:lnTo>
                      <a:pt x="4776" y="2786"/>
                    </a:lnTo>
                    <a:lnTo>
                      <a:pt x="47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14"/>
              <p:cNvSpPr/>
              <p:nvPr/>
            </p:nvSpPr>
            <p:spPr>
              <a:xfrm>
                <a:off x="3793696" y="4859333"/>
                <a:ext cx="199565" cy="50579"/>
              </a:xfrm>
              <a:custGeom>
                <a:rect b="b" l="l" r="r" t="t"/>
                <a:pathLst>
                  <a:path extrusionOk="0" h="936" w="4249">
                    <a:moveTo>
                      <a:pt x="1027" y="0"/>
                    </a:moveTo>
                    <a:lnTo>
                      <a:pt x="1027" y="0"/>
                    </a:lnTo>
                    <a:lnTo>
                      <a:pt x="1" y="0"/>
                    </a:lnTo>
                    <a:lnTo>
                      <a:pt x="1" y="936"/>
                    </a:lnTo>
                    <a:lnTo>
                      <a:pt x="4248" y="936"/>
                    </a:lnTo>
                    <a:lnTo>
                      <a:pt x="4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14"/>
              <p:cNvSpPr/>
              <p:nvPr/>
            </p:nvSpPr>
            <p:spPr>
              <a:xfrm>
                <a:off x="3841933" y="4818044"/>
                <a:ext cx="188350" cy="41334"/>
              </a:xfrm>
              <a:custGeom>
                <a:rect b="b" l="l" r="r" t="t"/>
                <a:pathLst>
                  <a:path extrusionOk="0" h="880" w="4010">
                    <a:moveTo>
                      <a:pt x="0" y="0"/>
                    </a:moveTo>
                    <a:lnTo>
                      <a:pt x="0" y="879"/>
                    </a:lnTo>
                    <a:lnTo>
                      <a:pt x="4009" y="879"/>
                    </a:lnTo>
                    <a:lnTo>
                      <a:pt x="4009" y="0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14"/>
              <p:cNvSpPr/>
              <p:nvPr/>
            </p:nvSpPr>
            <p:spPr>
              <a:xfrm>
                <a:off x="3880260" y="4772437"/>
                <a:ext cx="198213" cy="45655"/>
              </a:xfrm>
              <a:custGeom>
                <a:rect b="b" l="l" r="r" t="t"/>
                <a:pathLst>
                  <a:path extrusionOk="0" h="972" w="4220">
                    <a:moveTo>
                      <a:pt x="0" y="971"/>
                    </a:moveTo>
                    <a:lnTo>
                      <a:pt x="4220" y="971"/>
                    </a:lnTo>
                    <a:lnTo>
                      <a:pt x="422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14"/>
              <p:cNvSpPr/>
              <p:nvPr/>
            </p:nvSpPr>
            <p:spPr>
              <a:xfrm>
                <a:off x="4068841" y="4596396"/>
                <a:ext cx="38703" cy="38703"/>
              </a:xfrm>
              <a:custGeom>
                <a:rect b="b" l="l" r="r" t="t"/>
                <a:pathLst>
                  <a:path extrusionOk="0" h="824" w="824">
                    <a:moveTo>
                      <a:pt x="824" y="408"/>
                    </a:moveTo>
                    <a:cubicBezTo>
                      <a:pt x="824" y="619"/>
                      <a:pt x="648" y="823"/>
                      <a:pt x="409" y="823"/>
                    </a:cubicBezTo>
                    <a:cubicBezTo>
                      <a:pt x="177" y="823"/>
                      <a:pt x="1" y="619"/>
                      <a:pt x="1" y="408"/>
                    </a:cubicBezTo>
                    <a:cubicBezTo>
                      <a:pt x="1" y="176"/>
                      <a:pt x="177" y="0"/>
                      <a:pt x="409" y="0"/>
                    </a:cubicBezTo>
                    <a:cubicBezTo>
                      <a:pt x="648" y="0"/>
                      <a:pt x="824" y="176"/>
                      <a:pt x="824" y="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14"/>
              <p:cNvSpPr/>
              <p:nvPr/>
            </p:nvSpPr>
            <p:spPr>
              <a:xfrm>
                <a:off x="4417023" y="4438156"/>
                <a:ext cx="315216" cy="229965"/>
              </a:xfrm>
              <a:custGeom>
                <a:rect b="b" l="l" r="r" t="t"/>
                <a:pathLst>
                  <a:path extrusionOk="0" h="4896" w="6711">
                    <a:moveTo>
                      <a:pt x="1" y="4895"/>
                    </a:moveTo>
                    <a:lnTo>
                      <a:pt x="6710" y="4895"/>
                    </a:lnTo>
                    <a:lnTo>
                      <a:pt x="671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14"/>
              <p:cNvSpPr/>
              <p:nvPr/>
            </p:nvSpPr>
            <p:spPr>
              <a:xfrm>
                <a:off x="4417023" y="4438156"/>
                <a:ext cx="293422" cy="229965"/>
              </a:xfrm>
              <a:custGeom>
                <a:rect b="b" l="l" r="r" t="t"/>
                <a:pathLst>
                  <a:path extrusionOk="0" h="4896" w="6247">
                    <a:moveTo>
                      <a:pt x="1" y="4895"/>
                    </a:moveTo>
                    <a:lnTo>
                      <a:pt x="6246" y="4895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14"/>
              <p:cNvSpPr/>
              <p:nvPr/>
            </p:nvSpPr>
            <p:spPr>
              <a:xfrm>
                <a:off x="4557413" y="4438156"/>
                <a:ext cx="12588" cy="229965"/>
              </a:xfrm>
              <a:custGeom>
                <a:rect b="b" l="l" r="r" t="t"/>
                <a:pathLst>
                  <a:path extrusionOk="0" h="4896" w="268">
                    <a:moveTo>
                      <a:pt x="1" y="4895"/>
                    </a:moveTo>
                    <a:lnTo>
                      <a:pt x="1" y="0"/>
                    </a:lnTo>
                    <a:lnTo>
                      <a:pt x="268" y="0"/>
                    </a:lnTo>
                    <a:lnTo>
                      <a:pt x="268" y="48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4"/>
              <p:cNvSpPr/>
              <p:nvPr/>
            </p:nvSpPr>
            <p:spPr>
              <a:xfrm>
                <a:off x="4695174" y="4438156"/>
                <a:ext cx="15265" cy="229965"/>
              </a:xfrm>
              <a:custGeom>
                <a:rect b="b" l="l" r="r" t="t"/>
                <a:pathLst>
                  <a:path extrusionOk="0" h="4896" w="325">
                    <a:moveTo>
                      <a:pt x="1" y="4895"/>
                    </a:moveTo>
                    <a:lnTo>
                      <a:pt x="324" y="4895"/>
                    </a:lnTo>
                    <a:lnTo>
                      <a:pt x="32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14"/>
              <p:cNvSpPr/>
              <p:nvPr/>
            </p:nvSpPr>
            <p:spPr>
              <a:xfrm>
                <a:off x="4417023" y="4545528"/>
                <a:ext cx="293422" cy="13903"/>
              </a:xfrm>
              <a:custGeom>
                <a:rect b="b" l="l" r="r" t="t"/>
                <a:pathLst>
                  <a:path extrusionOk="0" h="296" w="6247">
                    <a:moveTo>
                      <a:pt x="1" y="296"/>
                    </a:moveTo>
                    <a:lnTo>
                      <a:pt x="6246" y="296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14"/>
              <p:cNvSpPr/>
              <p:nvPr/>
            </p:nvSpPr>
            <p:spPr>
              <a:xfrm>
                <a:off x="4459624" y="4475544"/>
                <a:ext cx="45655" cy="50869"/>
              </a:xfrm>
              <a:custGeom>
                <a:rect b="b" l="l" r="r" t="t"/>
                <a:pathLst>
                  <a:path extrusionOk="0" h="1083" w="972">
                    <a:moveTo>
                      <a:pt x="884" y="1"/>
                    </a:moveTo>
                    <a:cubicBezTo>
                      <a:pt x="861" y="1"/>
                      <a:pt x="838" y="10"/>
                      <a:pt x="824" y="27"/>
                    </a:cubicBezTo>
                    <a:lnTo>
                      <a:pt x="36" y="935"/>
                    </a:lnTo>
                    <a:cubicBezTo>
                      <a:pt x="1" y="963"/>
                      <a:pt x="1" y="1019"/>
                      <a:pt x="36" y="1047"/>
                    </a:cubicBezTo>
                    <a:cubicBezTo>
                      <a:pt x="36" y="1047"/>
                      <a:pt x="64" y="1082"/>
                      <a:pt x="92" y="1082"/>
                    </a:cubicBezTo>
                    <a:cubicBezTo>
                      <a:pt x="92" y="1082"/>
                      <a:pt x="121" y="1047"/>
                      <a:pt x="149" y="1047"/>
                    </a:cubicBezTo>
                    <a:lnTo>
                      <a:pt x="943" y="112"/>
                    </a:lnTo>
                    <a:cubicBezTo>
                      <a:pt x="972" y="84"/>
                      <a:pt x="972" y="55"/>
                      <a:pt x="943" y="27"/>
                    </a:cubicBezTo>
                    <a:cubicBezTo>
                      <a:pt x="929" y="10"/>
                      <a:pt x="906" y="1"/>
                      <a:pt x="884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4"/>
              <p:cNvSpPr/>
              <p:nvPr/>
            </p:nvSpPr>
            <p:spPr>
              <a:xfrm>
                <a:off x="4626458" y="4578876"/>
                <a:ext cx="46641" cy="50587"/>
              </a:xfrm>
              <a:custGeom>
                <a:rect b="b" l="l" r="r" t="t"/>
                <a:pathLst>
                  <a:path extrusionOk="0" h="1077" w="993">
                    <a:moveTo>
                      <a:pt x="907" y="1"/>
                    </a:moveTo>
                    <a:cubicBezTo>
                      <a:pt x="885" y="1"/>
                      <a:pt x="862" y="8"/>
                      <a:pt x="845" y="22"/>
                    </a:cubicBezTo>
                    <a:lnTo>
                      <a:pt x="29" y="929"/>
                    </a:lnTo>
                    <a:cubicBezTo>
                      <a:pt x="1" y="957"/>
                      <a:pt x="29" y="1020"/>
                      <a:pt x="57" y="1048"/>
                    </a:cubicBezTo>
                    <a:lnTo>
                      <a:pt x="85" y="1077"/>
                    </a:lnTo>
                    <a:cubicBezTo>
                      <a:pt x="113" y="1077"/>
                      <a:pt x="141" y="1048"/>
                      <a:pt x="141" y="1048"/>
                    </a:cubicBezTo>
                    <a:lnTo>
                      <a:pt x="964" y="113"/>
                    </a:lnTo>
                    <a:cubicBezTo>
                      <a:pt x="992" y="78"/>
                      <a:pt x="992" y="50"/>
                      <a:pt x="964" y="22"/>
                    </a:cubicBezTo>
                    <a:cubicBezTo>
                      <a:pt x="950" y="8"/>
                      <a:pt x="929" y="1"/>
                      <a:pt x="907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14"/>
              <p:cNvSpPr/>
              <p:nvPr/>
            </p:nvSpPr>
            <p:spPr>
              <a:xfrm>
                <a:off x="4594754" y="4589773"/>
                <a:ext cx="45279" cy="50587"/>
              </a:xfrm>
              <a:custGeom>
                <a:rect b="b" l="l" r="r" t="t"/>
                <a:pathLst>
                  <a:path extrusionOk="0" h="1077" w="964">
                    <a:moveTo>
                      <a:pt x="894" y="1"/>
                    </a:moveTo>
                    <a:cubicBezTo>
                      <a:pt x="880" y="1"/>
                      <a:pt x="866" y="8"/>
                      <a:pt x="851" y="22"/>
                    </a:cubicBezTo>
                    <a:lnTo>
                      <a:pt x="29" y="964"/>
                    </a:lnTo>
                    <a:cubicBezTo>
                      <a:pt x="0" y="992"/>
                      <a:pt x="0" y="1020"/>
                      <a:pt x="29" y="1048"/>
                    </a:cubicBezTo>
                    <a:cubicBezTo>
                      <a:pt x="29" y="1077"/>
                      <a:pt x="57" y="1077"/>
                      <a:pt x="85" y="1077"/>
                    </a:cubicBezTo>
                    <a:cubicBezTo>
                      <a:pt x="85" y="1077"/>
                      <a:pt x="113" y="1077"/>
                      <a:pt x="148" y="1048"/>
                    </a:cubicBezTo>
                    <a:lnTo>
                      <a:pt x="964" y="141"/>
                    </a:lnTo>
                    <a:cubicBezTo>
                      <a:pt x="964" y="113"/>
                      <a:pt x="964" y="57"/>
                      <a:pt x="936" y="22"/>
                    </a:cubicBezTo>
                    <a:cubicBezTo>
                      <a:pt x="922" y="8"/>
                      <a:pt x="908" y="1"/>
                      <a:pt x="894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4" name="Google Shape;584;p14"/>
            <p:cNvGrpSpPr/>
            <p:nvPr/>
          </p:nvGrpSpPr>
          <p:grpSpPr>
            <a:xfrm>
              <a:off x="7472370" y="4366034"/>
              <a:ext cx="3256931" cy="1519266"/>
              <a:chOff x="5835795" y="2345121"/>
              <a:chExt cx="3256931" cy="1519266"/>
            </a:xfrm>
          </p:grpSpPr>
          <p:sp>
            <p:nvSpPr>
              <p:cNvPr id="585" name="Google Shape;585;p14"/>
              <p:cNvSpPr/>
              <p:nvPr/>
            </p:nvSpPr>
            <p:spPr>
              <a:xfrm>
                <a:off x="8104263" y="3276475"/>
                <a:ext cx="988464" cy="512092"/>
              </a:xfrm>
              <a:custGeom>
                <a:rect b="b" l="l" r="r" t="t"/>
                <a:pathLst>
                  <a:path extrusionOk="0" h="25579" w="49380">
                    <a:moveTo>
                      <a:pt x="0" y="28"/>
                    </a:moveTo>
                    <a:lnTo>
                      <a:pt x="0" y="25579"/>
                    </a:lnTo>
                    <a:lnTo>
                      <a:pt x="49379" y="25579"/>
                    </a:lnTo>
                    <a:cubicBezTo>
                      <a:pt x="45335" y="20480"/>
                      <a:pt x="38801" y="18019"/>
                      <a:pt x="32380" y="18757"/>
                    </a:cubicBezTo>
                    <a:cubicBezTo>
                      <a:pt x="32029" y="17315"/>
                      <a:pt x="31473" y="15909"/>
                      <a:pt x="30622" y="14594"/>
                    </a:cubicBezTo>
                    <a:cubicBezTo>
                      <a:pt x="27021" y="8876"/>
                      <a:pt x="19812" y="6506"/>
                      <a:pt x="13335" y="8468"/>
                    </a:cubicBezTo>
                    <a:cubicBezTo>
                      <a:pt x="13068" y="7265"/>
                      <a:pt x="12632" y="6098"/>
                      <a:pt x="11928" y="4979"/>
                    </a:cubicBezTo>
                    <a:cubicBezTo>
                      <a:pt x="10226" y="2286"/>
                      <a:pt x="7441" y="556"/>
                      <a:pt x="4424" y="0"/>
                    </a:cubicBezTo>
                    <a:lnTo>
                      <a:pt x="120" y="0"/>
                    </a:lnTo>
                    <a:cubicBezTo>
                      <a:pt x="92" y="0"/>
                      <a:pt x="29" y="28"/>
                      <a:pt x="0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14"/>
              <p:cNvSpPr/>
              <p:nvPr/>
            </p:nvSpPr>
            <p:spPr>
              <a:xfrm>
                <a:off x="6479930" y="2912323"/>
                <a:ext cx="1059784" cy="945459"/>
              </a:xfrm>
              <a:custGeom>
                <a:rect b="b" l="l" r="r" t="t"/>
                <a:pathLst>
                  <a:path extrusionOk="0" h="20129" w="22563">
                    <a:moveTo>
                      <a:pt x="1" y="1"/>
                    </a:moveTo>
                    <a:lnTo>
                      <a:pt x="1" y="20129"/>
                    </a:lnTo>
                    <a:lnTo>
                      <a:pt x="22563" y="20129"/>
                    </a:lnTo>
                    <a:lnTo>
                      <a:pt x="225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4"/>
              <p:cNvSpPr/>
              <p:nvPr/>
            </p:nvSpPr>
            <p:spPr>
              <a:xfrm>
                <a:off x="5879758" y="2564139"/>
                <a:ext cx="600230" cy="1293648"/>
              </a:xfrm>
              <a:custGeom>
                <a:rect b="b" l="l" r="r" t="t"/>
                <a:pathLst>
                  <a:path extrusionOk="0" h="27542" w="12779">
                    <a:moveTo>
                      <a:pt x="12547" y="7414"/>
                    </a:moveTo>
                    <a:lnTo>
                      <a:pt x="6330" y="1"/>
                    </a:lnTo>
                    <a:lnTo>
                      <a:pt x="0" y="7385"/>
                    </a:lnTo>
                    <a:lnTo>
                      <a:pt x="0" y="27542"/>
                    </a:lnTo>
                    <a:lnTo>
                      <a:pt x="12779" y="27542"/>
                    </a:lnTo>
                    <a:lnTo>
                      <a:pt x="12779" y="74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4"/>
              <p:cNvSpPr/>
              <p:nvPr/>
            </p:nvSpPr>
            <p:spPr>
              <a:xfrm>
                <a:off x="6057442" y="2890200"/>
                <a:ext cx="242177" cy="242177"/>
              </a:xfrm>
              <a:custGeom>
                <a:rect b="b" l="l" r="r" t="t"/>
                <a:pathLst>
                  <a:path extrusionOk="0" h="5156" w="5156">
                    <a:moveTo>
                      <a:pt x="2575" y="5155"/>
                    </a:moveTo>
                    <a:cubicBezTo>
                      <a:pt x="3981" y="5155"/>
                      <a:pt x="5156" y="3988"/>
                      <a:pt x="5156" y="2581"/>
                    </a:cubicBezTo>
                    <a:cubicBezTo>
                      <a:pt x="5156" y="1147"/>
                      <a:pt x="3981" y="0"/>
                      <a:pt x="2575" y="0"/>
                    </a:cubicBezTo>
                    <a:cubicBezTo>
                      <a:pt x="1168" y="0"/>
                      <a:pt x="1" y="1147"/>
                      <a:pt x="1" y="2581"/>
                    </a:cubicBezTo>
                    <a:cubicBezTo>
                      <a:pt x="1" y="3988"/>
                      <a:pt x="1168" y="5155"/>
                      <a:pt x="2575" y="51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4"/>
              <p:cNvSpPr/>
              <p:nvPr/>
            </p:nvSpPr>
            <p:spPr>
              <a:xfrm>
                <a:off x="6075291" y="2890200"/>
                <a:ext cx="224329" cy="240862"/>
              </a:xfrm>
              <a:custGeom>
                <a:rect b="b" l="l" r="r" t="t"/>
                <a:pathLst>
                  <a:path extrusionOk="0" h="5128" w="4776">
                    <a:moveTo>
                      <a:pt x="2406" y="0"/>
                    </a:moveTo>
                    <a:cubicBezTo>
                      <a:pt x="3721" y="92"/>
                      <a:pt x="4776" y="1203"/>
                      <a:pt x="4776" y="2581"/>
                    </a:cubicBezTo>
                    <a:cubicBezTo>
                      <a:pt x="4776" y="3925"/>
                      <a:pt x="3721" y="5043"/>
                      <a:pt x="2406" y="5127"/>
                    </a:cubicBezTo>
                    <a:cubicBezTo>
                      <a:pt x="1055" y="5043"/>
                      <a:pt x="1" y="3925"/>
                      <a:pt x="1" y="2581"/>
                    </a:cubicBezTo>
                    <a:cubicBezTo>
                      <a:pt x="1" y="1203"/>
                      <a:pt x="1055" y="92"/>
                      <a:pt x="2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14"/>
              <p:cNvSpPr/>
              <p:nvPr/>
            </p:nvSpPr>
            <p:spPr>
              <a:xfrm>
                <a:off x="6090509" y="2898467"/>
                <a:ext cx="170501" cy="205165"/>
              </a:xfrm>
              <a:custGeom>
                <a:rect b="b" l="l" r="r" t="t"/>
                <a:pathLst>
                  <a:path extrusionOk="0" h="4368" w="3630">
                    <a:moveTo>
                      <a:pt x="2813" y="0"/>
                    </a:moveTo>
                    <a:cubicBezTo>
                      <a:pt x="3102" y="120"/>
                      <a:pt x="3397" y="296"/>
                      <a:pt x="3629" y="499"/>
                    </a:cubicBezTo>
                    <a:lnTo>
                      <a:pt x="612" y="4368"/>
                    </a:lnTo>
                    <a:cubicBezTo>
                      <a:pt x="352" y="4164"/>
                      <a:pt x="148" y="3896"/>
                      <a:pt x="0" y="3608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4"/>
              <p:cNvSpPr/>
              <p:nvPr/>
            </p:nvSpPr>
            <p:spPr>
              <a:xfrm>
                <a:off x="6146966" y="2948020"/>
                <a:ext cx="144433" cy="180412"/>
              </a:xfrm>
              <a:custGeom>
                <a:rect b="b" l="l" r="r" t="t"/>
                <a:pathLst>
                  <a:path extrusionOk="0" h="3841" w="3075">
                    <a:moveTo>
                      <a:pt x="2870" y="0"/>
                    </a:moveTo>
                    <a:cubicBezTo>
                      <a:pt x="2955" y="120"/>
                      <a:pt x="3018" y="267"/>
                      <a:pt x="3074" y="380"/>
                    </a:cubicBezTo>
                    <a:lnTo>
                      <a:pt x="380" y="3840"/>
                    </a:lnTo>
                    <a:cubicBezTo>
                      <a:pt x="233" y="3784"/>
                      <a:pt x="113" y="3749"/>
                      <a:pt x="1" y="3692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14"/>
              <p:cNvSpPr/>
              <p:nvPr/>
            </p:nvSpPr>
            <p:spPr>
              <a:xfrm>
                <a:off x="5835795" y="2503361"/>
                <a:ext cx="1753484" cy="409015"/>
              </a:xfrm>
              <a:custGeom>
                <a:rect b="b" l="l" r="r" t="t"/>
                <a:pathLst>
                  <a:path extrusionOk="0" h="8708" w="37332">
                    <a:moveTo>
                      <a:pt x="1" y="8152"/>
                    </a:moveTo>
                    <a:lnTo>
                      <a:pt x="6942" y="1"/>
                    </a:lnTo>
                    <a:lnTo>
                      <a:pt x="30446" y="1"/>
                    </a:lnTo>
                    <a:lnTo>
                      <a:pt x="37332" y="8061"/>
                    </a:lnTo>
                    <a:lnTo>
                      <a:pt x="36776" y="8708"/>
                    </a:lnTo>
                    <a:lnTo>
                      <a:pt x="13483" y="8708"/>
                    </a:lnTo>
                    <a:lnTo>
                      <a:pt x="7266" y="1295"/>
                    </a:lnTo>
                    <a:lnTo>
                      <a:pt x="908" y="8708"/>
                    </a:lnTo>
                    <a:lnTo>
                      <a:pt x="380" y="87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4"/>
              <p:cNvSpPr/>
              <p:nvPr/>
            </p:nvSpPr>
            <p:spPr>
              <a:xfrm>
                <a:off x="6161855" y="2510970"/>
                <a:ext cx="1427418" cy="409015"/>
              </a:xfrm>
              <a:custGeom>
                <a:rect b="b" l="l" r="r" t="t"/>
                <a:pathLst>
                  <a:path extrusionOk="0" h="8708" w="30390">
                    <a:moveTo>
                      <a:pt x="0" y="1"/>
                    </a:moveTo>
                    <a:lnTo>
                      <a:pt x="23504" y="1"/>
                    </a:lnTo>
                    <a:lnTo>
                      <a:pt x="30390" y="8061"/>
                    </a:lnTo>
                    <a:lnTo>
                      <a:pt x="29834" y="8708"/>
                    </a:lnTo>
                    <a:lnTo>
                      <a:pt x="7385" y="8708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14"/>
              <p:cNvSpPr/>
              <p:nvPr/>
            </p:nvSpPr>
            <p:spPr>
              <a:xfrm>
                <a:off x="6469033" y="2881934"/>
                <a:ext cx="1120234" cy="30437"/>
              </a:xfrm>
              <a:custGeom>
                <a:rect b="b" l="l" r="r" t="t"/>
                <a:pathLst>
                  <a:path extrusionOk="0" h="648" w="23850">
                    <a:moveTo>
                      <a:pt x="23850" y="1"/>
                    </a:moveTo>
                    <a:lnTo>
                      <a:pt x="23294" y="648"/>
                    </a:lnTo>
                    <a:lnTo>
                      <a:pt x="1" y="648"/>
                    </a:ln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14"/>
              <p:cNvSpPr/>
              <p:nvPr/>
            </p:nvSpPr>
            <p:spPr>
              <a:xfrm>
                <a:off x="5853643" y="2550283"/>
                <a:ext cx="323435" cy="362092"/>
              </a:xfrm>
              <a:custGeom>
                <a:rect b="b" l="l" r="r" t="t"/>
                <a:pathLst>
                  <a:path extrusionOk="0" h="7709" w="6886">
                    <a:moveTo>
                      <a:pt x="6654" y="0"/>
                    </a:moveTo>
                    <a:lnTo>
                      <a:pt x="0" y="7709"/>
                    </a:lnTo>
                    <a:lnTo>
                      <a:pt x="528" y="7709"/>
                    </a:lnTo>
                    <a:lnTo>
                      <a:pt x="6886" y="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14"/>
              <p:cNvSpPr/>
              <p:nvPr/>
            </p:nvSpPr>
            <p:spPr>
              <a:xfrm>
                <a:off x="6495148" y="2482882"/>
                <a:ext cx="147392" cy="185719"/>
              </a:xfrm>
              <a:custGeom>
                <a:rect b="b" l="l" r="r" t="t"/>
                <a:pathLst>
                  <a:path extrusionOk="0" h="3954" w="3138">
                    <a:moveTo>
                      <a:pt x="0" y="1"/>
                    </a:moveTo>
                    <a:lnTo>
                      <a:pt x="0" y="3953"/>
                    </a:lnTo>
                    <a:lnTo>
                      <a:pt x="3137" y="3953"/>
                    </a:lnTo>
                    <a:lnTo>
                      <a:pt x="31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14"/>
              <p:cNvSpPr/>
              <p:nvPr/>
            </p:nvSpPr>
            <p:spPr>
              <a:xfrm>
                <a:off x="6399988" y="2478608"/>
                <a:ext cx="95208" cy="189994"/>
              </a:xfrm>
              <a:custGeom>
                <a:rect b="b" l="l" r="r" t="t"/>
                <a:pathLst>
                  <a:path extrusionOk="0" h="4045" w="2027">
                    <a:moveTo>
                      <a:pt x="1851" y="92"/>
                    </a:moveTo>
                    <a:lnTo>
                      <a:pt x="1851" y="92"/>
                    </a:lnTo>
                    <a:lnTo>
                      <a:pt x="1" y="0"/>
                    </a:lnTo>
                    <a:lnTo>
                      <a:pt x="1" y="1702"/>
                    </a:lnTo>
                    <a:lnTo>
                      <a:pt x="2026" y="4044"/>
                    </a:lnTo>
                    <a:lnTo>
                      <a:pt x="2026" y="9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14"/>
              <p:cNvSpPr/>
              <p:nvPr/>
            </p:nvSpPr>
            <p:spPr>
              <a:xfrm>
                <a:off x="6389091" y="2438637"/>
                <a:ext cx="97839" cy="44293"/>
              </a:xfrm>
              <a:custGeom>
                <a:rect b="b" l="l" r="r" t="t"/>
                <a:pathLst>
                  <a:path extrusionOk="0" h="943" w="2083">
                    <a:moveTo>
                      <a:pt x="2083" y="64"/>
                    </a:moveTo>
                    <a:lnTo>
                      <a:pt x="1" y="0"/>
                    </a:lnTo>
                    <a:lnTo>
                      <a:pt x="1" y="851"/>
                    </a:lnTo>
                    <a:lnTo>
                      <a:pt x="2083" y="9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14"/>
              <p:cNvSpPr/>
              <p:nvPr/>
            </p:nvSpPr>
            <p:spPr>
              <a:xfrm>
                <a:off x="6486881" y="2441596"/>
                <a:ext cx="172145" cy="41334"/>
              </a:xfrm>
              <a:custGeom>
                <a:rect b="b" l="l" r="r" t="t"/>
                <a:pathLst>
                  <a:path extrusionOk="0" h="880" w="3665">
                    <a:moveTo>
                      <a:pt x="1" y="880"/>
                    </a:moveTo>
                    <a:lnTo>
                      <a:pt x="3665" y="880"/>
                    </a:lnTo>
                    <a:lnTo>
                      <a:pt x="366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4"/>
              <p:cNvSpPr/>
              <p:nvPr/>
            </p:nvSpPr>
            <p:spPr>
              <a:xfrm>
                <a:off x="7014109" y="2423748"/>
                <a:ext cx="243492" cy="310894"/>
              </a:xfrm>
              <a:custGeom>
                <a:rect b="b" l="l" r="r" t="t"/>
                <a:pathLst>
                  <a:path extrusionOk="0" h="6619" w="5184">
                    <a:moveTo>
                      <a:pt x="0" y="3046"/>
                    </a:moveTo>
                    <a:lnTo>
                      <a:pt x="0" y="6619"/>
                    </a:lnTo>
                    <a:lnTo>
                      <a:pt x="5184" y="6619"/>
                    </a:lnTo>
                    <a:lnTo>
                      <a:pt x="5184" y="2751"/>
                    </a:lnTo>
                    <a:lnTo>
                      <a:pt x="27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14"/>
              <p:cNvSpPr/>
              <p:nvPr/>
            </p:nvSpPr>
            <p:spPr>
              <a:xfrm>
                <a:off x="6870713" y="2565455"/>
                <a:ext cx="143446" cy="169186"/>
              </a:xfrm>
              <a:custGeom>
                <a:rect b="b" l="l" r="r" t="t"/>
                <a:pathLst>
                  <a:path extrusionOk="0" h="3602" w="3054">
                    <a:moveTo>
                      <a:pt x="2990" y="85"/>
                    </a:moveTo>
                    <a:lnTo>
                      <a:pt x="1" y="85"/>
                    </a:lnTo>
                    <a:lnTo>
                      <a:pt x="3053" y="3602"/>
                    </a:lnTo>
                    <a:lnTo>
                      <a:pt x="30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14"/>
              <p:cNvSpPr/>
              <p:nvPr/>
            </p:nvSpPr>
            <p:spPr>
              <a:xfrm>
                <a:off x="6779874" y="2345121"/>
                <a:ext cx="549408" cy="224376"/>
              </a:xfrm>
              <a:custGeom>
                <a:rect b="b" l="l" r="r" t="t"/>
                <a:pathLst>
                  <a:path extrusionOk="0" h="4777" w="11697">
                    <a:moveTo>
                      <a:pt x="1" y="4045"/>
                    </a:moveTo>
                    <a:lnTo>
                      <a:pt x="3433" y="1"/>
                    </a:lnTo>
                    <a:lnTo>
                      <a:pt x="8061" y="1"/>
                    </a:lnTo>
                    <a:lnTo>
                      <a:pt x="11697" y="4045"/>
                    </a:lnTo>
                    <a:lnTo>
                      <a:pt x="11078" y="4776"/>
                    </a:lnTo>
                    <a:lnTo>
                      <a:pt x="10466" y="4776"/>
                    </a:lnTo>
                    <a:lnTo>
                      <a:pt x="7709" y="1675"/>
                    </a:lnTo>
                    <a:lnTo>
                      <a:pt x="4952" y="4776"/>
                    </a:lnTo>
                    <a:lnTo>
                      <a:pt x="556" y="477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14"/>
              <p:cNvSpPr/>
              <p:nvPr/>
            </p:nvSpPr>
            <p:spPr>
              <a:xfrm>
                <a:off x="6779874" y="2467711"/>
                <a:ext cx="57867" cy="67402"/>
              </a:xfrm>
              <a:custGeom>
                <a:rect b="b" l="l" r="r" t="t"/>
                <a:pathLst>
                  <a:path extrusionOk="0" h="1435" w="1232">
                    <a:moveTo>
                      <a:pt x="1232" y="0"/>
                    </a:moveTo>
                    <a:lnTo>
                      <a:pt x="1" y="1435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14"/>
              <p:cNvSpPr/>
              <p:nvPr/>
            </p:nvSpPr>
            <p:spPr>
              <a:xfrm>
                <a:off x="6779874" y="2535065"/>
                <a:ext cx="232642" cy="34429"/>
              </a:xfrm>
              <a:custGeom>
                <a:rect b="b" l="l" r="r" t="t"/>
                <a:pathLst>
                  <a:path extrusionOk="0" h="733" w="4953">
                    <a:moveTo>
                      <a:pt x="1" y="1"/>
                    </a:moveTo>
                    <a:lnTo>
                      <a:pt x="556" y="732"/>
                    </a:lnTo>
                    <a:lnTo>
                      <a:pt x="4952" y="732"/>
                    </a:lnTo>
                    <a:lnTo>
                      <a:pt x="451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14"/>
              <p:cNvSpPr/>
              <p:nvPr/>
            </p:nvSpPr>
            <p:spPr>
              <a:xfrm>
                <a:off x="7141959" y="2407262"/>
                <a:ext cx="158242" cy="162234"/>
              </a:xfrm>
              <a:custGeom>
                <a:rect b="b" l="l" r="r" t="t"/>
                <a:pathLst>
                  <a:path extrusionOk="0" h="3454" w="3369">
                    <a:moveTo>
                      <a:pt x="3369" y="3453"/>
                    </a:moveTo>
                    <a:lnTo>
                      <a:pt x="2757" y="3453"/>
                    </a:lnTo>
                    <a:lnTo>
                      <a:pt x="0" y="352"/>
                    </a:lnTo>
                    <a:lnTo>
                      <a:pt x="29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14"/>
              <p:cNvSpPr/>
              <p:nvPr/>
            </p:nvSpPr>
            <p:spPr>
              <a:xfrm>
                <a:off x="6779874" y="2345121"/>
                <a:ext cx="378625" cy="189994"/>
              </a:xfrm>
              <a:custGeom>
                <a:rect b="b" l="l" r="r" t="t"/>
                <a:pathLst>
                  <a:path extrusionOk="0" h="4045" w="8061">
                    <a:moveTo>
                      <a:pt x="4516" y="4045"/>
                    </a:moveTo>
                    <a:lnTo>
                      <a:pt x="1" y="4045"/>
                    </a:lnTo>
                    <a:lnTo>
                      <a:pt x="3433" y="1"/>
                    </a:lnTo>
                    <a:lnTo>
                      <a:pt x="8061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14"/>
              <p:cNvSpPr/>
              <p:nvPr/>
            </p:nvSpPr>
            <p:spPr>
              <a:xfrm>
                <a:off x="7070237" y="2537743"/>
                <a:ext cx="144762" cy="156927"/>
              </a:xfrm>
              <a:custGeom>
                <a:rect b="b" l="l" r="r" t="t"/>
                <a:pathLst>
                  <a:path extrusionOk="0" h="3341" w="3082">
                    <a:moveTo>
                      <a:pt x="1" y="3341"/>
                    </a:moveTo>
                    <a:lnTo>
                      <a:pt x="3081" y="3341"/>
                    </a:lnTo>
                    <a:lnTo>
                      <a:pt x="308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4"/>
              <p:cNvSpPr/>
              <p:nvPr/>
            </p:nvSpPr>
            <p:spPr>
              <a:xfrm>
                <a:off x="7070237" y="2537743"/>
                <a:ext cx="125598" cy="156927"/>
              </a:xfrm>
              <a:custGeom>
                <a:rect b="b" l="l" r="r" t="t"/>
                <a:pathLst>
                  <a:path extrusionOk="0" h="3341" w="2674">
                    <a:moveTo>
                      <a:pt x="1" y="3341"/>
                    </a:moveTo>
                    <a:lnTo>
                      <a:pt x="2673" y="3341"/>
                    </a:lnTo>
                    <a:lnTo>
                      <a:pt x="2673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14"/>
              <p:cNvSpPr/>
              <p:nvPr/>
            </p:nvSpPr>
            <p:spPr>
              <a:xfrm>
                <a:off x="7104947" y="2564468"/>
                <a:ext cx="47956" cy="51949"/>
              </a:xfrm>
              <a:custGeom>
                <a:rect b="b" l="l" r="r" t="t"/>
                <a:pathLst>
                  <a:path extrusionOk="0" h="1106" w="1021">
                    <a:moveTo>
                      <a:pt x="936" y="1"/>
                    </a:moveTo>
                    <a:cubicBezTo>
                      <a:pt x="915" y="1"/>
                      <a:pt x="894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7" y="1077"/>
                    </a:cubicBezTo>
                    <a:cubicBezTo>
                      <a:pt x="57" y="1105"/>
                      <a:pt x="85" y="1105"/>
                      <a:pt x="85" y="1105"/>
                    </a:cubicBezTo>
                    <a:cubicBezTo>
                      <a:pt x="113" y="1105"/>
                      <a:pt x="141" y="1077"/>
                      <a:pt x="141" y="1077"/>
                    </a:cubicBezTo>
                    <a:lnTo>
                      <a:pt x="992" y="134"/>
                    </a:lnTo>
                    <a:cubicBezTo>
                      <a:pt x="1020" y="106"/>
                      <a:pt x="1020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14"/>
              <p:cNvSpPr/>
              <p:nvPr/>
            </p:nvSpPr>
            <p:spPr>
              <a:xfrm>
                <a:off x="7100626" y="2600306"/>
                <a:ext cx="46970" cy="51761"/>
              </a:xfrm>
              <a:custGeom>
                <a:rect b="b" l="l" r="r" t="t"/>
                <a:pathLst>
                  <a:path extrusionOk="0" h="1102" w="1000">
                    <a:moveTo>
                      <a:pt x="920" y="0"/>
                    </a:moveTo>
                    <a:cubicBezTo>
                      <a:pt x="895" y="0"/>
                      <a:pt x="868" y="14"/>
                      <a:pt x="852" y="47"/>
                    </a:cubicBezTo>
                    <a:lnTo>
                      <a:pt x="29" y="989"/>
                    </a:lnTo>
                    <a:cubicBezTo>
                      <a:pt x="1" y="1017"/>
                      <a:pt x="1" y="1073"/>
                      <a:pt x="29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9" y="1073"/>
                    </a:cubicBezTo>
                    <a:lnTo>
                      <a:pt x="971" y="138"/>
                    </a:lnTo>
                    <a:cubicBezTo>
                      <a:pt x="1000" y="110"/>
                      <a:pt x="1000" y="47"/>
                      <a:pt x="971" y="18"/>
                    </a:cubicBezTo>
                    <a:cubicBezTo>
                      <a:pt x="957" y="7"/>
                      <a:pt x="939" y="0"/>
                      <a:pt x="920" y="0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4"/>
              <p:cNvSpPr/>
              <p:nvPr/>
            </p:nvSpPr>
            <p:spPr>
              <a:xfrm>
                <a:off x="6591293" y="3049755"/>
                <a:ext cx="323764" cy="235555"/>
              </a:xfrm>
              <a:custGeom>
                <a:rect b="b" l="l" r="r" t="t"/>
                <a:pathLst>
                  <a:path extrusionOk="0" h="5015" w="6893">
                    <a:moveTo>
                      <a:pt x="0" y="5015"/>
                    </a:moveTo>
                    <a:lnTo>
                      <a:pt x="6892" y="5015"/>
                    </a:lnTo>
                    <a:lnTo>
                      <a:pt x="68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14"/>
              <p:cNvSpPr/>
              <p:nvPr/>
            </p:nvSpPr>
            <p:spPr>
              <a:xfrm>
                <a:off x="6591293" y="3049755"/>
                <a:ext cx="300326" cy="235555"/>
              </a:xfrm>
              <a:custGeom>
                <a:rect b="b" l="l" r="r" t="t"/>
                <a:pathLst>
                  <a:path extrusionOk="0" h="5015" w="6394">
                    <a:moveTo>
                      <a:pt x="0" y="5015"/>
                    </a:moveTo>
                    <a:lnTo>
                      <a:pt x="6393" y="5015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14"/>
              <p:cNvSpPr/>
              <p:nvPr/>
            </p:nvSpPr>
            <p:spPr>
              <a:xfrm>
                <a:off x="6734643" y="3049755"/>
                <a:ext cx="13574" cy="235555"/>
              </a:xfrm>
              <a:custGeom>
                <a:rect b="b" l="l" r="r" t="t"/>
                <a:pathLst>
                  <a:path extrusionOk="0" h="5015" w="289">
                    <a:moveTo>
                      <a:pt x="0" y="5015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89" y="50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4"/>
              <p:cNvSpPr/>
              <p:nvPr/>
            </p:nvSpPr>
            <p:spPr>
              <a:xfrm>
                <a:off x="6877664" y="3049755"/>
                <a:ext cx="13950" cy="235555"/>
              </a:xfrm>
              <a:custGeom>
                <a:rect b="b" l="l" r="r" t="t"/>
                <a:pathLst>
                  <a:path extrusionOk="0" h="5015" w="297">
                    <a:moveTo>
                      <a:pt x="1" y="5015"/>
                    </a:moveTo>
                    <a:lnTo>
                      <a:pt x="296" y="5015"/>
                    </a:lnTo>
                    <a:lnTo>
                      <a:pt x="29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14"/>
              <p:cNvSpPr/>
              <p:nvPr/>
            </p:nvSpPr>
            <p:spPr>
              <a:xfrm>
                <a:off x="6591293" y="3160086"/>
                <a:ext cx="300326" cy="15218"/>
              </a:xfrm>
              <a:custGeom>
                <a:rect b="b" l="l" r="r" t="t"/>
                <a:pathLst>
                  <a:path extrusionOk="0" h="324" w="6394">
                    <a:moveTo>
                      <a:pt x="0" y="324"/>
                    </a:moveTo>
                    <a:lnTo>
                      <a:pt x="6393" y="324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>
                <a:off x="6617690" y="3208746"/>
                <a:ext cx="47956" cy="51808"/>
              </a:xfrm>
              <a:custGeom>
                <a:rect b="b" l="l" r="r" t="t"/>
                <a:pathLst>
                  <a:path extrusionOk="0" h="1103" w="1021">
                    <a:moveTo>
                      <a:pt x="935" y="1"/>
                    </a:moveTo>
                    <a:cubicBezTo>
                      <a:pt x="913" y="1"/>
                      <a:pt x="896" y="14"/>
                      <a:pt x="880" y="47"/>
                    </a:cubicBezTo>
                    <a:lnTo>
                      <a:pt x="29" y="983"/>
                    </a:lnTo>
                    <a:cubicBezTo>
                      <a:pt x="1" y="1011"/>
                      <a:pt x="1" y="1074"/>
                      <a:pt x="29" y="1102"/>
                    </a:cubicBezTo>
                    <a:lnTo>
                      <a:pt x="85" y="1102"/>
                    </a:lnTo>
                    <a:cubicBezTo>
                      <a:pt x="113" y="1102"/>
                      <a:pt x="141" y="1102"/>
                      <a:pt x="141" y="1074"/>
                    </a:cubicBezTo>
                    <a:lnTo>
                      <a:pt x="992" y="132"/>
                    </a:lnTo>
                    <a:cubicBezTo>
                      <a:pt x="1020" y="104"/>
                      <a:pt x="1020" y="47"/>
                      <a:pt x="992" y="19"/>
                    </a:cubicBezTo>
                    <a:cubicBezTo>
                      <a:pt x="969" y="8"/>
                      <a:pt x="951" y="1"/>
                      <a:pt x="935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>
                <a:off x="6657332" y="3196205"/>
                <a:ext cx="46970" cy="51808"/>
              </a:xfrm>
              <a:custGeom>
                <a:rect b="b" l="l" r="r" t="t"/>
                <a:pathLst>
                  <a:path extrusionOk="0" h="1103" w="1000">
                    <a:moveTo>
                      <a:pt x="923" y="0"/>
                    </a:moveTo>
                    <a:cubicBezTo>
                      <a:pt x="897" y="0"/>
                      <a:pt x="868" y="14"/>
                      <a:pt x="852" y="47"/>
                    </a:cubicBezTo>
                    <a:lnTo>
                      <a:pt x="36" y="990"/>
                    </a:lnTo>
                    <a:cubicBezTo>
                      <a:pt x="1" y="1018"/>
                      <a:pt x="1" y="1074"/>
                      <a:pt x="36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8" y="1074"/>
                    </a:cubicBezTo>
                    <a:lnTo>
                      <a:pt x="971" y="139"/>
                    </a:lnTo>
                    <a:cubicBezTo>
                      <a:pt x="999" y="110"/>
                      <a:pt x="999" y="47"/>
                      <a:pt x="971" y="19"/>
                    </a:cubicBezTo>
                    <a:cubicBezTo>
                      <a:pt x="960" y="7"/>
                      <a:pt x="942" y="0"/>
                      <a:pt x="923" y="0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>
                <a:off x="6792462" y="3086062"/>
                <a:ext cx="48238" cy="51949"/>
              </a:xfrm>
              <a:custGeom>
                <a:rect b="b" l="l" r="r" t="t"/>
                <a:pathLst>
                  <a:path extrusionOk="0" h="1106" w="1027">
                    <a:moveTo>
                      <a:pt x="936" y="1"/>
                    </a:moveTo>
                    <a:cubicBezTo>
                      <a:pt x="914" y="1"/>
                      <a:pt x="893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6" y="1077"/>
                    </a:cubicBezTo>
                    <a:lnTo>
                      <a:pt x="85" y="1105"/>
                    </a:lnTo>
                    <a:cubicBezTo>
                      <a:pt x="113" y="1105"/>
                      <a:pt x="148" y="1077"/>
                      <a:pt x="148" y="1077"/>
                    </a:cubicBezTo>
                    <a:lnTo>
                      <a:pt x="992" y="142"/>
                    </a:lnTo>
                    <a:cubicBezTo>
                      <a:pt x="1027" y="106"/>
                      <a:pt x="1027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>
                <a:off x="6082053" y="3344394"/>
                <a:ext cx="228650" cy="513382"/>
              </a:xfrm>
              <a:custGeom>
                <a:rect b="b" l="l" r="r" t="t"/>
                <a:pathLst>
                  <a:path extrusionOk="0" h="10930" w="4868">
                    <a:moveTo>
                      <a:pt x="1" y="10930"/>
                    </a:moveTo>
                    <a:lnTo>
                      <a:pt x="4868" y="10930"/>
                    </a:lnTo>
                    <a:lnTo>
                      <a:pt x="48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>
                <a:off x="6105680" y="3344394"/>
                <a:ext cx="202206" cy="513382"/>
              </a:xfrm>
              <a:custGeom>
                <a:rect b="b" l="l" r="r" t="t"/>
                <a:pathLst>
                  <a:path extrusionOk="0" h="10930" w="4305">
                    <a:moveTo>
                      <a:pt x="1" y="10930"/>
                    </a:moveTo>
                    <a:lnTo>
                      <a:pt x="4305" y="10930"/>
                    </a:lnTo>
                    <a:lnTo>
                      <a:pt x="43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>
                <a:off x="6130479" y="3369193"/>
                <a:ext cx="136119" cy="50915"/>
              </a:xfrm>
              <a:custGeom>
                <a:rect b="b" l="l" r="r" t="t"/>
                <a:pathLst>
                  <a:path extrusionOk="0" h="1084" w="2898">
                    <a:moveTo>
                      <a:pt x="0" y="1083"/>
                    </a:moveTo>
                    <a:lnTo>
                      <a:pt x="2898" y="1083"/>
                    </a:lnTo>
                    <a:lnTo>
                      <a:pt x="28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>
                <a:off x="6060120" y="3308744"/>
                <a:ext cx="265615" cy="35697"/>
              </a:xfrm>
              <a:custGeom>
                <a:rect b="b" l="l" r="r" t="t"/>
                <a:pathLst>
                  <a:path extrusionOk="0" h="760" w="5655">
                    <a:moveTo>
                      <a:pt x="0" y="0"/>
                    </a:moveTo>
                    <a:lnTo>
                      <a:pt x="5655" y="0"/>
                    </a:lnTo>
                    <a:lnTo>
                      <a:pt x="5655" y="760"/>
                    </a:lnTo>
                    <a:lnTo>
                      <a:pt x="0" y="7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>
                <a:off x="6083557" y="3726912"/>
                <a:ext cx="224329" cy="130858"/>
              </a:xfrm>
              <a:custGeom>
                <a:rect b="b" l="l" r="r" t="t"/>
                <a:pathLst>
                  <a:path extrusionOk="0" h="2786" w="4776">
                    <a:moveTo>
                      <a:pt x="0" y="2786"/>
                    </a:moveTo>
                    <a:lnTo>
                      <a:pt x="4776" y="2786"/>
                    </a:lnTo>
                    <a:lnTo>
                      <a:pt x="47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4"/>
              <p:cNvSpPr/>
              <p:nvPr/>
            </p:nvSpPr>
            <p:spPr>
              <a:xfrm>
                <a:off x="5974871" y="3813808"/>
                <a:ext cx="199565" cy="50579"/>
              </a:xfrm>
              <a:custGeom>
                <a:rect b="b" l="l" r="r" t="t"/>
                <a:pathLst>
                  <a:path extrusionOk="0" h="936" w="4249">
                    <a:moveTo>
                      <a:pt x="1027" y="0"/>
                    </a:moveTo>
                    <a:lnTo>
                      <a:pt x="1027" y="0"/>
                    </a:lnTo>
                    <a:lnTo>
                      <a:pt x="1" y="0"/>
                    </a:lnTo>
                    <a:lnTo>
                      <a:pt x="1" y="936"/>
                    </a:lnTo>
                    <a:lnTo>
                      <a:pt x="4248" y="936"/>
                    </a:lnTo>
                    <a:lnTo>
                      <a:pt x="4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14"/>
              <p:cNvSpPr/>
              <p:nvPr/>
            </p:nvSpPr>
            <p:spPr>
              <a:xfrm>
                <a:off x="6023108" y="3772519"/>
                <a:ext cx="188350" cy="41334"/>
              </a:xfrm>
              <a:custGeom>
                <a:rect b="b" l="l" r="r" t="t"/>
                <a:pathLst>
                  <a:path extrusionOk="0" h="880" w="4010">
                    <a:moveTo>
                      <a:pt x="0" y="0"/>
                    </a:moveTo>
                    <a:lnTo>
                      <a:pt x="0" y="879"/>
                    </a:lnTo>
                    <a:lnTo>
                      <a:pt x="4009" y="879"/>
                    </a:lnTo>
                    <a:lnTo>
                      <a:pt x="4009" y="0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4"/>
              <p:cNvSpPr/>
              <p:nvPr/>
            </p:nvSpPr>
            <p:spPr>
              <a:xfrm>
                <a:off x="6061435" y="3726912"/>
                <a:ext cx="198213" cy="45655"/>
              </a:xfrm>
              <a:custGeom>
                <a:rect b="b" l="l" r="r" t="t"/>
                <a:pathLst>
                  <a:path extrusionOk="0" h="972" w="4220">
                    <a:moveTo>
                      <a:pt x="0" y="971"/>
                    </a:moveTo>
                    <a:lnTo>
                      <a:pt x="4220" y="971"/>
                    </a:lnTo>
                    <a:lnTo>
                      <a:pt x="422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4"/>
              <p:cNvSpPr/>
              <p:nvPr/>
            </p:nvSpPr>
            <p:spPr>
              <a:xfrm>
                <a:off x="6250016" y="3550871"/>
                <a:ext cx="38703" cy="38703"/>
              </a:xfrm>
              <a:custGeom>
                <a:rect b="b" l="l" r="r" t="t"/>
                <a:pathLst>
                  <a:path extrusionOk="0" h="824" w="824">
                    <a:moveTo>
                      <a:pt x="824" y="408"/>
                    </a:moveTo>
                    <a:cubicBezTo>
                      <a:pt x="824" y="619"/>
                      <a:pt x="648" y="823"/>
                      <a:pt x="409" y="823"/>
                    </a:cubicBezTo>
                    <a:cubicBezTo>
                      <a:pt x="177" y="823"/>
                      <a:pt x="1" y="619"/>
                      <a:pt x="1" y="408"/>
                    </a:cubicBezTo>
                    <a:cubicBezTo>
                      <a:pt x="1" y="176"/>
                      <a:pt x="177" y="0"/>
                      <a:pt x="409" y="0"/>
                    </a:cubicBezTo>
                    <a:cubicBezTo>
                      <a:pt x="648" y="0"/>
                      <a:pt x="824" y="176"/>
                      <a:pt x="824" y="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4"/>
              <p:cNvSpPr/>
              <p:nvPr/>
            </p:nvSpPr>
            <p:spPr>
              <a:xfrm>
                <a:off x="7000206" y="3279670"/>
                <a:ext cx="477732" cy="578107"/>
              </a:xfrm>
              <a:custGeom>
                <a:rect b="b" l="l" r="r" t="t"/>
                <a:pathLst>
                  <a:path extrusionOk="0" h="12308" w="10171">
                    <a:moveTo>
                      <a:pt x="9819" y="0"/>
                    </a:moveTo>
                    <a:lnTo>
                      <a:pt x="1" y="0"/>
                    </a:lnTo>
                    <a:lnTo>
                      <a:pt x="1" y="12308"/>
                    </a:lnTo>
                    <a:lnTo>
                      <a:pt x="10171" y="12308"/>
                    </a:lnTo>
                    <a:lnTo>
                      <a:pt x="1017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4"/>
              <p:cNvSpPr/>
              <p:nvPr/>
            </p:nvSpPr>
            <p:spPr>
              <a:xfrm>
                <a:off x="7477882" y="3279670"/>
                <a:ext cx="589051" cy="578107"/>
              </a:xfrm>
              <a:custGeom>
                <a:rect b="b" l="l" r="r" t="t"/>
                <a:pathLst>
                  <a:path extrusionOk="0" h="12308" w="12541">
                    <a:moveTo>
                      <a:pt x="1" y="0"/>
                    </a:moveTo>
                    <a:lnTo>
                      <a:pt x="1" y="12308"/>
                    </a:lnTo>
                    <a:lnTo>
                      <a:pt x="12540" y="12308"/>
                    </a:lnTo>
                    <a:lnTo>
                      <a:pt x="125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4"/>
              <p:cNvSpPr/>
              <p:nvPr/>
            </p:nvSpPr>
            <p:spPr>
              <a:xfrm>
                <a:off x="7576987" y="3486100"/>
                <a:ext cx="401734" cy="371674"/>
              </a:xfrm>
              <a:custGeom>
                <a:rect b="b" l="l" r="r" t="t"/>
                <a:pathLst>
                  <a:path extrusionOk="0" h="7913" w="8553">
                    <a:moveTo>
                      <a:pt x="0" y="7913"/>
                    </a:moveTo>
                    <a:lnTo>
                      <a:pt x="8553" y="7913"/>
                    </a:lnTo>
                    <a:lnTo>
                      <a:pt x="855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4"/>
              <p:cNvSpPr/>
              <p:nvPr/>
            </p:nvSpPr>
            <p:spPr>
              <a:xfrm>
                <a:off x="6968502" y="2981039"/>
                <a:ext cx="601592" cy="298682"/>
              </a:xfrm>
              <a:custGeom>
                <a:rect b="b" l="l" r="r" t="t"/>
                <a:pathLst>
                  <a:path extrusionOk="0" h="6359" w="12808">
                    <a:moveTo>
                      <a:pt x="1" y="5683"/>
                    </a:moveTo>
                    <a:lnTo>
                      <a:pt x="233" y="6358"/>
                    </a:lnTo>
                    <a:lnTo>
                      <a:pt x="10494" y="6358"/>
                    </a:lnTo>
                    <a:lnTo>
                      <a:pt x="128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4"/>
              <p:cNvSpPr/>
              <p:nvPr/>
            </p:nvSpPr>
            <p:spPr>
              <a:xfrm>
                <a:off x="7461349" y="2981039"/>
                <a:ext cx="642925" cy="298682"/>
              </a:xfrm>
              <a:custGeom>
                <a:rect b="b" l="l" r="r" t="t"/>
                <a:pathLst>
                  <a:path extrusionOk="0" h="6359" w="13688">
                    <a:moveTo>
                      <a:pt x="2315" y="0"/>
                    </a:moveTo>
                    <a:lnTo>
                      <a:pt x="13687" y="5655"/>
                    </a:lnTo>
                    <a:lnTo>
                      <a:pt x="13476" y="6358"/>
                    </a:lnTo>
                    <a:lnTo>
                      <a:pt x="1" y="635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4"/>
              <p:cNvSpPr/>
              <p:nvPr/>
            </p:nvSpPr>
            <p:spPr>
              <a:xfrm>
                <a:off x="7099311" y="3424335"/>
                <a:ext cx="298682" cy="120948"/>
              </a:xfrm>
              <a:custGeom>
                <a:rect b="b" l="l" r="r" t="t"/>
                <a:pathLst>
                  <a:path extrusionOk="0" h="2575" w="6359">
                    <a:moveTo>
                      <a:pt x="1" y="2575"/>
                    </a:moveTo>
                    <a:lnTo>
                      <a:pt x="6359" y="2575"/>
                    </a:lnTo>
                    <a:lnTo>
                      <a:pt x="6359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4"/>
              <p:cNvSpPr/>
              <p:nvPr/>
            </p:nvSpPr>
            <p:spPr>
              <a:xfrm>
                <a:off x="7121434" y="3424335"/>
                <a:ext cx="276559" cy="120948"/>
              </a:xfrm>
              <a:custGeom>
                <a:rect b="b" l="l" r="r" t="t"/>
                <a:pathLst>
                  <a:path extrusionOk="0" h="2575" w="5888">
                    <a:moveTo>
                      <a:pt x="1" y="2575"/>
                    </a:moveTo>
                    <a:lnTo>
                      <a:pt x="5888" y="2575"/>
                    </a:lnTo>
                    <a:lnTo>
                      <a:pt x="588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4"/>
              <p:cNvSpPr/>
              <p:nvPr/>
            </p:nvSpPr>
            <p:spPr>
              <a:xfrm>
                <a:off x="7166712" y="3424335"/>
                <a:ext cx="74354" cy="120948"/>
              </a:xfrm>
              <a:custGeom>
                <a:rect b="b" l="l" r="r" t="t"/>
                <a:pathLst>
                  <a:path extrusionOk="0" h="2575" w="1583">
                    <a:moveTo>
                      <a:pt x="352" y="2575"/>
                    </a:moveTo>
                    <a:lnTo>
                      <a:pt x="1583" y="1"/>
                    </a:lnTo>
                    <a:lnTo>
                      <a:pt x="1231" y="1"/>
                    </a:lnTo>
                    <a:lnTo>
                      <a:pt x="0" y="2575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4"/>
              <p:cNvSpPr/>
              <p:nvPr/>
            </p:nvSpPr>
            <p:spPr>
              <a:xfrm>
                <a:off x="7209313" y="3424335"/>
                <a:ext cx="74400" cy="120948"/>
              </a:xfrm>
              <a:custGeom>
                <a:rect b="b" l="l" r="r" t="t"/>
                <a:pathLst>
                  <a:path extrusionOk="0" h="2575" w="1584">
                    <a:moveTo>
                      <a:pt x="352" y="2575"/>
                    </a:moveTo>
                    <a:lnTo>
                      <a:pt x="1583" y="1"/>
                    </a:lnTo>
                    <a:lnTo>
                      <a:pt x="1232" y="1"/>
                    </a:lnTo>
                    <a:lnTo>
                      <a:pt x="1" y="2575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4"/>
              <p:cNvSpPr/>
              <p:nvPr/>
            </p:nvSpPr>
            <p:spPr>
              <a:xfrm>
                <a:off x="6598198" y="3392631"/>
                <a:ext cx="315216" cy="229965"/>
              </a:xfrm>
              <a:custGeom>
                <a:rect b="b" l="l" r="r" t="t"/>
                <a:pathLst>
                  <a:path extrusionOk="0" h="4896" w="6711">
                    <a:moveTo>
                      <a:pt x="1" y="4895"/>
                    </a:moveTo>
                    <a:lnTo>
                      <a:pt x="6710" y="4895"/>
                    </a:lnTo>
                    <a:lnTo>
                      <a:pt x="671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4"/>
              <p:cNvSpPr/>
              <p:nvPr/>
            </p:nvSpPr>
            <p:spPr>
              <a:xfrm>
                <a:off x="6598198" y="3392631"/>
                <a:ext cx="293422" cy="229965"/>
              </a:xfrm>
              <a:custGeom>
                <a:rect b="b" l="l" r="r" t="t"/>
                <a:pathLst>
                  <a:path extrusionOk="0" h="4896" w="6247">
                    <a:moveTo>
                      <a:pt x="1" y="4895"/>
                    </a:moveTo>
                    <a:lnTo>
                      <a:pt x="6246" y="4895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4"/>
              <p:cNvSpPr/>
              <p:nvPr/>
            </p:nvSpPr>
            <p:spPr>
              <a:xfrm>
                <a:off x="6738588" y="3392631"/>
                <a:ext cx="12588" cy="229965"/>
              </a:xfrm>
              <a:custGeom>
                <a:rect b="b" l="l" r="r" t="t"/>
                <a:pathLst>
                  <a:path extrusionOk="0" h="4896" w="268">
                    <a:moveTo>
                      <a:pt x="1" y="4895"/>
                    </a:moveTo>
                    <a:lnTo>
                      <a:pt x="1" y="0"/>
                    </a:lnTo>
                    <a:lnTo>
                      <a:pt x="268" y="0"/>
                    </a:lnTo>
                    <a:lnTo>
                      <a:pt x="268" y="48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4"/>
              <p:cNvSpPr/>
              <p:nvPr/>
            </p:nvSpPr>
            <p:spPr>
              <a:xfrm>
                <a:off x="6876349" y="3392631"/>
                <a:ext cx="15265" cy="229965"/>
              </a:xfrm>
              <a:custGeom>
                <a:rect b="b" l="l" r="r" t="t"/>
                <a:pathLst>
                  <a:path extrusionOk="0" h="4896" w="325">
                    <a:moveTo>
                      <a:pt x="1" y="4895"/>
                    </a:moveTo>
                    <a:lnTo>
                      <a:pt x="324" y="4895"/>
                    </a:lnTo>
                    <a:lnTo>
                      <a:pt x="32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14"/>
              <p:cNvSpPr/>
              <p:nvPr/>
            </p:nvSpPr>
            <p:spPr>
              <a:xfrm>
                <a:off x="6598198" y="3500003"/>
                <a:ext cx="293422" cy="13903"/>
              </a:xfrm>
              <a:custGeom>
                <a:rect b="b" l="l" r="r" t="t"/>
                <a:pathLst>
                  <a:path extrusionOk="0" h="296" w="6247">
                    <a:moveTo>
                      <a:pt x="1" y="296"/>
                    </a:moveTo>
                    <a:lnTo>
                      <a:pt x="6246" y="296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14"/>
              <p:cNvSpPr/>
              <p:nvPr/>
            </p:nvSpPr>
            <p:spPr>
              <a:xfrm>
                <a:off x="6640799" y="3430019"/>
                <a:ext cx="45655" cy="50869"/>
              </a:xfrm>
              <a:custGeom>
                <a:rect b="b" l="l" r="r" t="t"/>
                <a:pathLst>
                  <a:path extrusionOk="0" h="1083" w="972">
                    <a:moveTo>
                      <a:pt x="884" y="1"/>
                    </a:moveTo>
                    <a:cubicBezTo>
                      <a:pt x="861" y="1"/>
                      <a:pt x="838" y="10"/>
                      <a:pt x="824" y="27"/>
                    </a:cubicBezTo>
                    <a:lnTo>
                      <a:pt x="36" y="935"/>
                    </a:lnTo>
                    <a:cubicBezTo>
                      <a:pt x="1" y="963"/>
                      <a:pt x="1" y="1019"/>
                      <a:pt x="36" y="1047"/>
                    </a:cubicBezTo>
                    <a:cubicBezTo>
                      <a:pt x="36" y="1047"/>
                      <a:pt x="64" y="1082"/>
                      <a:pt x="92" y="1082"/>
                    </a:cubicBezTo>
                    <a:cubicBezTo>
                      <a:pt x="92" y="1082"/>
                      <a:pt x="121" y="1047"/>
                      <a:pt x="149" y="1047"/>
                    </a:cubicBezTo>
                    <a:lnTo>
                      <a:pt x="943" y="112"/>
                    </a:lnTo>
                    <a:cubicBezTo>
                      <a:pt x="972" y="84"/>
                      <a:pt x="972" y="55"/>
                      <a:pt x="943" y="27"/>
                    </a:cubicBezTo>
                    <a:cubicBezTo>
                      <a:pt x="929" y="10"/>
                      <a:pt x="906" y="1"/>
                      <a:pt x="884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4"/>
              <p:cNvSpPr/>
              <p:nvPr/>
            </p:nvSpPr>
            <p:spPr>
              <a:xfrm>
                <a:off x="6807633" y="3533351"/>
                <a:ext cx="46641" cy="50587"/>
              </a:xfrm>
              <a:custGeom>
                <a:rect b="b" l="l" r="r" t="t"/>
                <a:pathLst>
                  <a:path extrusionOk="0" h="1077" w="993">
                    <a:moveTo>
                      <a:pt x="907" y="1"/>
                    </a:moveTo>
                    <a:cubicBezTo>
                      <a:pt x="885" y="1"/>
                      <a:pt x="862" y="8"/>
                      <a:pt x="845" y="22"/>
                    </a:cubicBezTo>
                    <a:lnTo>
                      <a:pt x="29" y="929"/>
                    </a:lnTo>
                    <a:cubicBezTo>
                      <a:pt x="1" y="957"/>
                      <a:pt x="29" y="1020"/>
                      <a:pt x="57" y="1048"/>
                    </a:cubicBezTo>
                    <a:lnTo>
                      <a:pt x="85" y="1077"/>
                    </a:lnTo>
                    <a:cubicBezTo>
                      <a:pt x="113" y="1077"/>
                      <a:pt x="141" y="1048"/>
                      <a:pt x="141" y="1048"/>
                    </a:cubicBezTo>
                    <a:lnTo>
                      <a:pt x="964" y="113"/>
                    </a:lnTo>
                    <a:cubicBezTo>
                      <a:pt x="992" y="78"/>
                      <a:pt x="992" y="50"/>
                      <a:pt x="964" y="22"/>
                    </a:cubicBezTo>
                    <a:cubicBezTo>
                      <a:pt x="950" y="8"/>
                      <a:pt x="929" y="1"/>
                      <a:pt x="907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4"/>
              <p:cNvSpPr/>
              <p:nvPr/>
            </p:nvSpPr>
            <p:spPr>
              <a:xfrm>
                <a:off x="6775929" y="3544248"/>
                <a:ext cx="45279" cy="50587"/>
              </a:xfrm>
              <a:custGeom>
                <a:rect b="b" l="l" r="r" t="t"/>
                <a:pathLst>
                  <a:path extrusionOk="0" h="1077" w="964">
                    <a:moveTo>
                      <a:pt x="894" y="1"/>
                    </a:moveTo>
                    <a:cubicBezTo>
                      <a:pt x="880" y="1"/>
                      <a:pt x="866" y="8"/>
                      <a:pt x="851" y="22"/>
                    </a:cubicBezTo>
                    <a:lnTo>
                      <a:pt x="29" y="964"/>
                    </a:lnTo>
                    <a:cubicBezTo>
                      <a:pt x="0" y="992"/>
                      <a:pt x="0" y="1020"/>
                      <a:pt x="29" y="1048"/>
                    </a:cubicBezTo>
                    <a:cubicBezTo>
                      <a:pt x="29" y="1077"/>
                      <a:pt x="57" y="1077"/>
                      <a:pt x="85" y="1077"/>
                    </a:cubicBezTo>
                    <a:cubicBezTo>
                      <a:pt x="85" y="1077"/>
                      <a:pt x="113" y="1077"/>
                      <a:pt x="148" y="1048"/>
                    </a:cubicBezTo>
                    <a:lnTo>
                      <a:pt x="964" y="141"/>
                    </a:lnTo>
                    <a:cubicBezTo>
                      <a:pt x="964" y="113"/>
                      <a:pt x="964" y="57"/>
                      <a:pt x="936" y="22"/>
                    </a:cubicBezTo>
                    <a:cubicBezTo>
                      <a:pt x="922" y="8"/>
                      <a:pt x="908" y="1"/>
                      <a:pt x="894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14"/>
              <p:cNvSpPr/>
              <p:nvPr/>
            </p:nvSpPr>
            <p:spPr>
              <a:xfrm>
                <a:off x="6968502" y="2981039"/>
                <a:ext cx="601592" cy="298682"/>
              </a:xfrm>
              <a:custGeom>
                <a:rect b="b" l="l" r="r" t="t"/>
                <a:pathLst>
                  <a:path extrusionOk="0" h="6359" w="12808">
                    <a:moveTo>
                      <a:pt x="1" y="5683"/>
                    </a:moveTo>
                    <a:lnTo>
                      <a:pt x="233" y="6358"/>
                    </a:lnTo>
                    <a:lnTo>
                      <a:pt x="10494" y="6358"/>
                    </a:lnTo>
                    <a:lnTo>
                      <a:pt x="12808" y="0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6" name="Google Shape;646;p14"/>
            <p:cNvSpPr/>
            <p:nvPr/>
          </p:nvSpPr>
          <p:spPr>
            <a:xfrm>
              <a:off x="8246923" y="367647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7" name="Google Shape;647;p14"/>
            <p:cNvGrpSpPr/>
            <p:nvPr/>
          </p:nvGrpSpPr>
          <p:grpSpPr>
            <a:xfrm>
              <a:off x="6803476" y="4706765"/>
              <a:ext cx="916239" cy="681891"/>
              <a:chOff x="5951675" y="3577056"/>
              <a:chExt cx="1387821" cy="1032855"/>
            </a:xfrm>
          </p:grpSpPr>
          <p:sp>
            <p:nvSpPr>
              <p:cNvPr id="648" name="Google Shape;648;p14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4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650" name="Google Shape;650;p14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14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5"/>
          <p:cNvSpPr txBox="1"/>
          <p:nvPr>
            <p:ph idx="1" type="subTitle"/>
          </p:nvPr>
        </p:nvSpPr>
        <p:spPr>
          <a:xfrm>
            <a:off x="715100" y="1017725"/>
            <a:ext cx="7704000" cy="9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4" name="Google Shape;65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55" name="Google Shape;655;p15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6" name="Google Shape;656;p15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657" name="Google Shape;657;p15"/>
          <p:cNvGrpSpPr/>
          <p:nvPr/>
        </p:nvGrpSpPr>
        <p:grpSpPr>
          <a:xfrm>
            <a:off x="8324959" y="918517"/>
            <a:ext cx="1108219" cy="676669"/>
            <a:chOff x="8662259" y="797917"/>
            <a:chExt cx="1108219" cy="676669"/>
          </a:xfrm>
        </p:grpSpPr>
        <p:sp>
          <p:nvSpPr>
            <p:cNvPr id="658" name="Google Shape;658;p15"/>
            <p:cNvSpPr/>
            <p:nvPr/>
          </p:nvSpPr>
          <p:spPr>
            <a:xfrm>
              <a:off x="8662259" y="79791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5"/>
            <p:cNvSpPr/>
            <p:nvPr/>
          </p:nvSpPr>
          <p:spPr>
            <a:xfrm>
              <a:off x="8792489" y="1211810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3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6"/>
          <p:cNvSpPr txBox="1"/>
          <p:nvPr>
            <p:ph idx="1" type="subTitle"/>
          </p:nvPr>
        </p:nvSpPr>
        <p:spPr>
          <a:xfrm>
            <a:off x="715100" y="1017725"/>
            <a:ext cx="5154900" cy="28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2" name="Google Shape;66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63" name="Google Shape;663;p16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16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665" name="Google Shape;665;p16"/>
          <p:cNvGrpSpPr/>
          <p:nvPr/>
        </p:nvGrpSpPr>
        <p:grpSpPr>
          <a:xfrm>
            <a:off x="7939901" y="817085"/>
            <a:ext cx="1409242" cy="535527"/>
            <a:chOff x="8277201" y="696485"/>
            <a:chExt cx="1409242" cy="535527"/>
          </a:xfrm>
        </p:grpSpPr>
        <p:sp>
          <p:nvSpPr>
            <p:cNvPr id="666" name="Google Shape;666;p16"/>
            <p:cNvSpPr/>
            <p:nvPr/>
          </p:nvSpPr>
          <p:spPr>
            <a:xfrm>
              <a:off x="9084384" y="107066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8277201" y="696485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0" name="Google Shape;670;p17"/>
          <p:cNvSpPr txBox="1"/>
          <p:nvPr>
            <p:ph idx="1" type="subTitle"/>
          </p:nvPr>
        </p:nvSpPr>
        <p:spPr>
          <a:xfrm>
            <a:off x="714975" y="2362725"/>
            <a:ext cx="2461800" cy="41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1" name="Google Shape;671;p17"/>
          <p:cNvSpPr txBox="1"/>
          <p:nvPr>
            <p:ph idx="2" type="subTitle"/>
          </p:nvPr>
        </p:nvSpPr>
        <p:spPr>
          <a:xfrm>
            <a:off x="714975" y="2702275"/>
            <a:ext cx="24618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2" name="Google Shape;672;p17"/>
          <p:cNvSpPr txBox="1"/>
          <p:nvPr>
            <p:ph idx="3" type="subTitle"/>
          </p:nvPr>
        </p:nvSpPr>
        <p:spPr>
          <a:xfrm>
            <a:off x="3336098" y="2702275"/>
            <a:ext cx="24618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3" name="Google Shape;673;p17"/>
          <p:cNvSpPr txBox="1"/>
          <p:nvPr>
            <p:ph idx="4" type="subTitle"/>
          </p:nvPr>
        </p:nvSpPr>
        <p:spPr>
          <a:xfrm>
            <a:off x="5957249" y="2702275"/>
            <a:ext cx="24618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4" name="Google Shape;674;p17"/>
          <p:cNvSpPr txBox="1"/>
          <p:nvPr>
            <p:ph idx="5" type="subTitle"/>
          </p:nvPr>
        </p:nvSpPr>
        <p:spPr>
          <a:xfrm>
            <a:off x="3336096" y="2362725"/>
            <a:ext cx="2461800" cy="41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5" name="Google Shape;675;p17"/>
          <p:cNvSpPr txBox="1"/>
          <p:nvPr>
            <p:ph idx="6" type="subTitle"/>
          </p:nvPr>
        </p:nvSpPr>
        <p:spPr>
          <a:xfrm>
            <a:off x="5957246" y="2362725"/>
            <a:ext cx="2461800" cy="41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76" name="Google Shape;676;p17"/>
          <p:cNvGrpSpPr/>
          <p:nvPr/>
        </p:nvGrpSpPr>
        <p:grpSpPr>
          <a:xfrm>
            <a:off x="-140753" y="3654800"/>
            <a:ext cx="3343819" cy="2866383"/>
            <a:chOff x="-140753" y="3620700"/>
            <a:chExt cx="3343819" cy="2866383"/>
          </a:xfrm>
        </p:grpSpPr>
        <p:sp>
          <p:nvSpPr>
            <p:cNvPr id="677" name="Google Shape;677;p17"/>
            <p:cNvSpPr/>
            <p:nvPr/>
          </p:nvSpPr>
          <p:spPr>
            <a:xfrm>
              <a:off x="-140753" y="4631412"/>
              <a:ext cx="988464" cy="512092"/>
            </a:xfrm>
            <a:custGeom>
              <a:rect b="b" l="l" r="r" t="t"/>
              <a:pathLst>
                <a:path extrusionOk="0" h="25579" w="49380">
                  <a:moveTo>
                    <a:pt x="0" y="28"/>
                  </a:moveTo>
                  <a:lnTo>
                    <a:pt x="0" y="25579"/>
                  </a:lnTo>
                  <a:lnTo>
                    <a:pt x="49379" y="25579"/>
                  </a:lnTo>
                  <a:cubicBezTo>
                    <a:pt x="45335" y="20480"/>
                    <a:pt x="38801" y="18019"/>
                    <a:pt x="32380" y="18757"/>
                  </a:cubicBezTo>
                  <a:cubicBezTo>
                    <a:pt x="32029" y="17315"/>
                    <a:pt x="31473" y="15909"/>
                    <a:pt x="30622" y="14594"/>
                  </a:cubicBezTo>
                  <a:cubicBezTo>
                    <a:pt x="27021" y="8876"/>
                    <a:pt x="19812" y="6506"/>
                    <a:pt x="13335" y="8468"/>
                  </a:cubicBezTo>
                  <a:cubicBezTo>
                    <a:pt x="13068" y="7265"/>
                    <a:pt x="12632" y="6098"/>
                    <a:pt x="11928" y="4979"/>
                  </a:cubicBezTo>
                  <a:cubicBezTo>
                    <a:pt x="10226" y="2286"/>
                    <a:pt x="7441" y="556"/>
                    <a:pt x="4424" y="0"/>
                  </a:cubicBezTo>
                  <a:lnTo>
                    <a:pt x="120" y="0"/>
                  </a:lnTo>
                  <a:cubicBezTo>
                    <a:pt x="92" y="0"/>
                    <a:pt x="29" y="28"/>
                    <a:pt x="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0999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8" name="Google Shape;678;p17"/>
            <p:cNvGrpSpPr/>
            <p:nvPr/>
          </p:nvGrpSpPr>
          <p:grpSpPr>
            <a:xfrm flipH="1">
              <a:off x="191261" y="4316655"/>
              <a:ext cx="1138764" cy="1855677"/>
              <a:chOff x="525125" y="1486050"/>
              <a:chExt cx="2124163" cy="3461439"/>
            </a:xfrm>
          </p:grpSpPr>
          <p:sp>
            <p:nvSpPr>
              <p:cNvPr id="679" name="Google Shape;679;p17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7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7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17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17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17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17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17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17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17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17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17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17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17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17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17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17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17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17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7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17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7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7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7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7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17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13" name="Google Shape;713;p17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714" name="Google Shape;714;p17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5" name="Google Shape;715;p17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16" name="Google Shape;716;p17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717" name="Google Shape;717;p17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8" name="Google Shape;718;p17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719" name="Google Shape;719;p17"/>
            <p:cNvSpPr/>
            <p:nvPr/>
          </p:nvSpPr>
          <p:spPr>
            <a:xfrm flipH="1">
              <a:off x="533119" y="362070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0" name="Google Shape;720;p17"/>
            <p:cNvGrpSpPr/>
            <p:nvPr/>
          </p:nvGrpSpPr>
          <p:grpSpPr>
            <a:xfrm flipH="1">
              <a:off x="1376499" y="4631405"/>
              <a:ext cx="1138764" cy="1855677"/>
              <a:chOff x="525125" y="1486050"/>
              <a:chExt cx="2124163" cy="3461439"/>
            </a:xfrm>
          </p:grpSpPr>
          <p:sp>
            <p:nvSpPr>
              <p:cNvPr id="721" name="Google Shape;721;p17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17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7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17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17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7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17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17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17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17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17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17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17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17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17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17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17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7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17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17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17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7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17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17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7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7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17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7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7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17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55" name="Google Shape;755;p17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756" name="Google Shape;756;p17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17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58" name="Google Shape;758;p17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759" name="Google Shape;759;p17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0" name="Google Shape;760;p17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61" name="Google Shape;761;p17"/>
            <p:cNvGrpSpPr/>
            <p:nvPr/>
          </p:nvGrpSpPr>
          <p:grpSpPr>
            <a:xfrm>
              <a:off x="2286826" y="4817190"/>
              <a:ext cx="916239" cy="681891"/>
              <a:chOff x="5951675" y="3577056"/>
              <a:chExt cx="1387821" cy="1032855"/>
            </a:xfrm>
          </p:grpSpPr>
          <p:sp>
            <p:nvSpPr>
              <p:cNvPr id="762" name="Google Shape;762;p17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17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4" name="Google Shape;764;p17"/>
          <p:cNvGrpSpPr/>
          <p:nvPr/>
        </p:nvGrpSpPr>
        <p:grpSpPr>
          <a:xfrm>
            <a:off x="8076651" y="805648"/>
            <a:ext cx="1207342" cy="548414"/>
            <a:chOff x="8927226" y="727348"/>
            <a:chExt cx="1207342" cy="548414"/>
          </a:xfrm>
        </p:grpSpPr>
        <p:sp>
          <p:nvSpPr>
            <p:cNvPr id="765" name="Google Shape;765;p17"/>
            <p:cNvSpPr/>
            <p:nvPr/>
          </p:nvSpPr>
          <p:spPr>
            <a:xfrm>
              <a:off x="9532509" y="111441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7"/>
            <p:cNvSpPr/>
            <p:nvPr/>
          </p:nvSpPr>
          <p:spPr>
            <a:xfrm>
              <a:off x="892722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67" name="Google Shape;767;p17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8" name="Google Shape;768;p17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1" name="Google Shape;771;p18"/>
          <p:cNvSpPr txBox="1"/>
          <p:nvPr>
            <p:ph idx="1" type="subTitle"/>
          </p:nvPr>
        </p:nvSpPr>
        <p:spPr>
          <a:xfrm>
            <a:off x="1478100" y="1263175"/>
            <a:ext cx="29811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2" name="Google Shape;772;p18"/>
          <p:cNvSpPr txBox="1"/>
          <p:nvPr>
            <p:ph idx="2" type="subTitle"/>
          </p:nvPr>
        </p:nvSpPr>
        <p:spPr>
          <a:xfrm>
            <a:off x="1478101" y="1684050"/>
            <a:ext cx="2981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3" name="Google Shape;773;p18"/>
          <p:cNvSpPr txBox="1"/>
          <p:nvPr>
            <p:ph idx="3" type="subTitle"/>
          </p:nvPr>
        </p:nvSpPr>
        <p:spPr>
          <a:xfrm>
            <a:off x="5219203" y="1684050"/>
            <a:ext cx="2981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4" name="Google Shape;774;p18"/>
          <p:cNvSpPr txBox="1"/>
          <p:nvPr>
            <p:ph idx="4" type="subTitle"/>
          </p:nvPr>
        </p:nvSpPr>
        <p:spPr>
          <a:xfrm>
            <a:off x="1478101" y="3284100"/>
            <a:ext cx="2981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5" name="Google Shape;775;p18"/>
          <p:cNvSpPr txBox="1"/>
          <p:nvPr>
            <p:ph idx="5" type="subTitle"/>
          </p:nvPr>
        </p:nvSpPr>
        <p:spPr>
          <a:xfrm>
            <a:off x="5219203" y="3284100"/>
            <a:ext cx="2981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6" name="Google Shape;776;p18"/>
          <p:cNvSpPr txBox="1"/>
          <p:nvPr>
            <p:ph idx="6" type="subTitle"/>
          </p:nvPr>
        </p:nvSpPr>
        <p:spPr>
          <a:xfrm>
            <a:off x="1478100" y="2851429"/>
            <a:ext cx="29811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7" name="Google Shape;777;p18"/>
          <p:cNvSpPr txBox="1"/>
          <p:nvPr>
            <p:ph idx="7" type="subTitle"/>
          </p:nvPr>
        </p:nvSpPr>
        <p:spPr>
          <a:xfrm>
            <a:off x="5219201" y="1263175"/>
            <a:ext cx="29811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8" name="Google Shape;778;p18"/>
          <p:cNvSpPr txBox="1"/>
          <p:nvPr>
            <p:ph idx="8" type="subTitle"/>
          </p:nvPr>
        </p:nvSpPr>
        <p:spPr>
          <a:xfrm>
            <a:off x="5219201" y="2851429"/>
            <a:ext cx="29811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79" name="Google Shape;779;p18"/>
          <p:cNvGrpSpPr/>
          <p:nvPr/>
        </p:nvGrpSpPr>
        <p:grpSpPr>
          <a:xfrm>
            <a:off x="7123176" y="3679125"/>
            <a:ext cx="3927813" cy="2279813"/>
            <a:chOff x="7123176" y="3679125"/>
            <a:chExt cx="3927813" cy="2279813"/>
          </a:xfrm>
        </p:grpSpPr>
        <p:grpSp>
          <p:nvGrpSpPr>
            <p:cNvPr id="780" name="Google Shape;780;p18"/>
            <p:cNvGrpSpPr/>
            <p:nvPr/>
          </p:nvGrpSpPr>
          <p:grpSpPr>
            <a:xfrm>
              <a:off x="7123176" y="4640965"/>
              <a:ext cx="916239" cy="681891"/>
              <a:chOff x="5951675" y="3577056"/>
              <a:chExt cx="1387821" cy="1032855"/>
            </a:xfrm>
          </p:grpSpPr>
          <p:sp>
            <p:nvSpPr>
              <p:cNvPr id="781" name="Google Shape;781;p18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18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3" name="Google Shape;783;p18"/>
            <p:cNvGrpSpPr/>
            <p:nvPr/>
          </p:nvGrpSpPr>
          <p:grpSpPr>
            <a:xfrm>
              <a:off x="7794058" y="4439671"/>
              <a:ext cx="3256931" cy="1519266"/>
              <a:chOff x="5835795" y="2345121"/>
              <a:chExt cx="3256931" cy="1519266"/>
            </a:xfrm>
          </p:grpSpPr>
          <p:sp>
            <p:nvSpPr>
              <p:cNvPr id="784" name="Google Shape;784;p18"/>
              <p:cNvSpPr/>
              <p:nvPr/>
            </p:nvSpPr>
            <p:spPr>
              <a:xfrm>
                <a:off x="8104263" y="3276475"/>
                <a:ext cx="988464" cy="512092"/>
              </a:xfrm>
              <a:custGeom>
                <a:rect b="b" l="l" r="r" t="t"/>
                <a:pathLst>
                  <a:path extrusionOk="0" h="25579" w="49380">
                    <a:moveTo>
                      <a:pt x="0" y="28"/>
                    </a:moveTo>
                    <a:lnTo>
                      <a:pt x="0" y="25579"/>
                    </a:lnTo>
                    <a:lnTo>
                      <a:pt x="49379" y="25579"/>
                    </a:lnTo>
                    <a:cubicBezTo>
                      <a:pt x="45335" y="20480"/>
                      <a:pt x="38801" y="18019"/>
                      <a:pt x="32380" y="18757"/>
                    </a:cubicBezTo>
                    <a:cubicBezTo>
                      <a:pt x="32029" y="17315"/>
                      <a:pt x="31473" y="15909"/>
                      <a:pt x="30622" y="14594"/>
                    </a:cubicBezTo>
                    <a:cubicBezTo>
                      <a:pt x="27021" y="8876"/>
                      <a:pt x="19812" y="6506"/>
                      <a:pt x="13335" y="8468"/>
                    </a:cubicBezTo>
                    <a:cubicBezTo>
                      <a:pt x="13068" y="7265"/>
                      <a:pt x="12632" y="6098"/>
                      <a:pt x="11928" y="4979"/>
                    </a:cubicBezTo>
                    <a:cubicBezTo>
                      <a:pt x="10226" y="2286"/>
                      <a:pt x="7441" y="556"/>
                      <a:pt x="4424" y="0"/>
                    </a:cubicBezTo>
                    <a:lnTo>
                      <a:pt x="120" y="0"/>
                    </a:lnTo>
                    <a:cubicBezTo>
                      <a:pt x="92" y="0"/>
                      <a:pt x="29" y="28"/>
                      <a:pt x="0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8"/>
              <p:cNvSpPr/>
              <p:nvPr/>
            </p:nvSpPr>
            <p:spPr>
              <a:xfrm>
                <a:off x="6479930" y="2912323"/>
                <a:ext cx="1059784" cy="945459"/>
              </a:xfrm>
              <a:custGeom>
                <a:rect b="b" l="l" r="r" t="t"/>
                <a:pathLst>
                  <a:path extrusionOk="0" h="20129" w="22563">
                    <a:moveTo>
                      <a:pt x="1" y="1"/>
                    </a:moveTo>
                    <a:lnTo>
                      <a:pt x="1" y="20129"/>
                    </a:lnTo>
                    <a:lnTo>
                      <a:pt x="22563" y="20129"/>
                    </a:lnTo>
                    <a:lnTo>
                      <a:pt x="225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8"/>
              <p:cNvSpPr/>
              <p:nvPr/>
            </p:nvSpPr>
            <p:spPr>
              <a:xfrm>
                <a:off x="5879758" y="2564139"/>
                <a:ext cx="600230" cy="1293648"/>
              </a:xfrm>
              <a:custGeom>
                <a:rect b="b" l="l" r="r" t="t"/>
                <a:pathLst>
                  <a:path extrusionOk="0" h="27542" w="12779">
                    <a:moveTo>
                      <a:pt x="12547" y="7414"/>
                    </a:moveTo>
                    <a:lnTo>
                      <a:pt x="6330" y="1"/>
                    </a:lnTo>
                    <a:lnTo>
                      <a:pt x="0" y="7385"/>
                    </a:lnTo>
                    <a:lnTo>
                      <a:pt x="0" y="27542"/>
                    </a:lnTo>
                    <a:lnTo>
                      <a:pt x="12779" y="27542"/>
                    </a:lnTo>
                    <a:lnTo>
                      <a:pt x="12779" y="74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8"/>
              <p:cNvSpPr/>
              <p:nvPr/>
            </p:nvSpPr>
            <p:spPr>
              <a:xfrm>
                <a:off x="6057442" y="2890200"/>
                <a:ext cx="242177" cy="242177"/>
              </a:xfrm>
              <a:custGeom>
                <a:rect b="b" l="l" r="r" t="t"/>
                <a:pathLst>
                  <a:path extrusionOk="0" h="5156" w="5156">
                    <a:moveTo>
                      <a:pt x="2575" y="5155"/>
                    </a:moveTo>
                    <a:cubicBezTo>
                      <a:pt x="3981" y="5155"/>
                      <a:pt x="5156" y="3988"/>
                      <a:pt x="5156" y="2581"/>
                    </a:cubicBezTo>
                    <a:cubicBezTo>
                      <a:pt x="5156" y="1147"/>
                      <a:pt x="3981" y="0"/>
                      <a:pt x="2575" y="0"/>
                    </a:cubicBezTo>
                    <a:cubicBezTo>
                      <a:pt x="1168" y="0"/>
                      <a:pt x="1" y="1147"/>
                      <a:pt x="1" y="2581"/>
                    </a:cubicBezTo>
                    <a:cubicBezTo>
                      <a:pt x="1" y="3988"/>
                      <a:pt x="1168" y="5155"/>
                      <a:pt x="2575" y="51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8"/>
              <p:cNvSpPr/>
              <p:nvPr/>
            </p:nvSpPr>
            <p:spPr>
              <a:xfrm>
                <a:off x="6075291" y="2890200"/>
                <a:ext cx="224329" cy="240862"/>
              </a:xfrm>
              <a:custGeom>
                <a:rect b="b" l="l" r="r" t="t"/>
                <a:pathLst>
                  <a:path extrusionOk="0" h="5128" w="4776">
                    <a:moveTo>
                      <a:pt x="2406" y="0"/>
                    </a:moveTo>
                    <a:cubicBezTo>
                      <a:pt x="3721" y="92"/>
                      <a:pt x="4776" y="1203"/>
                      <a:pt x="4776" y="2581"/>
                    </a:cubicBezTo>
                    <a:cubicBezTo>
                      <a:pt x="4776" y="3925"/>
                      <a:pt x="3721" y="5043"/>
                      <a:pt x="2406" y="5127"/>
                    </a:cubicBezTo>
                    <a:cubicBezTo>
                      <a:pt x="1055" y="5043"/>
                      <a:pt x="1" y="3925"/>
                      <a:pt x="1" y="2581"/>
                    </a:cubicBezTo>
                    <a:cubicBezTo>
                      <a:pt x="1" y="1203"/>
                      <a:pt x="1055" y="92"/>
                      <a:pt x="2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6090509" y="2898467"/>
                <a:ext cx="170501" cy="205165"/>
              </a:xfrm>
              <a:custGeom>
                <a:rect b="b" l="l" r="r" t="t"/>
                <a:pathLst>
                  <a:path extrusionOk="0" h="4368" w="3630">
                    <a:moveTo>
                      <a:pt x="2813" y="0"/>
                    </a:moveTo>
                    <a:cubicBezTo>
                      <a:pt x="3102" y="120"/>
                      <a:pt x="3397" y="296"/>
                      <a:pt x="3629" y="499"/>
                    </a:cubicBezTo>
                    <a:lnTo>
                      <a:pt x="612" y="4368"/>
                    </a:lnTo>
                    <a:cubicBezTo>
                      <a:pt x="352" y="4164"/>
                      <a:pt x="148" y="3896"/>
                      <a:pt x="0" y="3608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6146966" y="2948020"/>
                <a:ext cx="144433" cy="180412"/>
              </a:xfrm>
              <a:custGeom>
                <a:rect b="b" l="l" r="r" t="t"/>
                <a:pathLst>
                  <a:path extrusionOk="0" h="3841" w="3075">
                    <a:moveTo>
                      <a:pt x="2870" y="0"/>
                    </a:moveTo>
                    <a:cubicBezTo>
                      <a:pt x="2955" y="120"/>
                      <a:pt x="3018" y="267"/>
                      <a:pt x="3074" y="380"/>
                    </a:cubicBezTo>
                    <a:lnTo>
                      <a:pt x="380" y="3840"/>
                    </a:lnTo>
                    <a:cubicBezTo>
                      <a:pt x="233" y="3784"/>
                      <a:pt x="113" y="3749"/>
                      <a:pt x="1" y="3692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5835795" y="2503361"/>
                <a:ext cx="1753484" cy="409015"/>
              </a:xfrm>
              <a:custGeom>
                <a:rect b="b" l="l" r="r" t="t"/>
                <a:pathLst>
                  <a:path extrusionOk="0" h="8708" w="37332">
                    <a:moveTo>
                      <a:pt x="1" y="8152"/>
                    </a:moveTo>
                    <a:lnTo>
                      <a:pt x="6942" y="1"/>
                    </a:lnTo>
                    <a:lnTo>
                      <a:pt x="30446" y="1"/>
                    </a:lnTo>
                    <a:lnTo>
                      <a:pt x="37332" y="8061"/>
                    </a:lnTo>
                    <a:lnTo>
                      <a:pt x="36776" y="8708"/>
                    </a:lnTo>
                    <a:lnTo>
                      <a:pt x="13483" y="8708"/>
                    </a:lnTo>
                    <a:lnTo>
                      <a:pt x="7266" y="1295"/>
                    </a:lnTo>
                    <a:lnTo>
                      <a:pt x="908" y="8708"/>
                    </a:lnTo>
                    <a:lnTo>
                      <a:pt x="380" y="87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8"/>
              <p:cNvSpPr/>
              <p:nvPr/>
            </p:nvSpPr>
            <p:spPr>
              <a:xfrm>
                <a:off x="6161855" y="2510970"/>
                <a:ext cx="1427418" cy="409015"/>
              </a:xfrm>
              <a:custGeom>
                <a:rect b="b" l="l" r="r" t="t"/>
                <a:pathLst>
                  <a:path extrusionOk="0" h="8708" w="30390">
                    <a:moveTo>
                      <a:pt x="0" y="1"/>
                    </a:moveTo>
                    <a:lnTo>
                      <a:pt x="23504" y="1"/>
                    </a:lnTo>
                    <a:lnTo>
                      <a:pt x="30390" y="8061"/>
                    </a:lnTo>
                    <a:lnTo>
                      <a:pt x="29834" y="8708"/>
                    </a:lnTo>
                    <a:lnTo>
                      <a:pt x="7385" y="8708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8"/>
              <p:cNvSpPr/>
              <p:nvPr/>
            </p:nvSpPr>
            <p:spPr>
              <a:xfrm>
                <a:off x="6469033" y="2881934"/>
                <a:ext cx="1120234" cy="30437"/>
              </a:xfrm>
              <a:custGeom>
                <a:rect b="b" l="l" r="r" t="t"/>
                <a:pathLst>
                  <a:path extrusionOk="0" h="648" w="23850">
                    <a:moveTo>
                      <a:pt x="23850" y="1"/>
                    </a:moveTo>
                    <a:lnTo>
                      <a:pt x="23294" y="648"/>
                    </a:lnTo>
                    <a:lnTo>
                      <a:pt x="1" y="648"/>
                    </a:ln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8"/>
              <p:cNvSpPr/>
              <p:nvPr/>
            </p:nvSpPr>
            <p:spPr>
              <a:xfrm>
                <a:off x="5853643" y="2550283"/>
                <a:ext cx="323435" cy="362092"/>
              </a:xfrm>
              <a:custGeom>
                <a:rect b="b" l="l" r="r" t="t"/>
                <a:pathLst>
                  <a:path extrusionOk="0" h="7709" w="6886">
                    <a:moveTo>
                      <a:pt x="6654" y="0"/>
                    </a:moveTo>
                    <a:lnTo>
                      <a:pt x="0" y="7709"/>
                    </a:lnTo>
                    <a:lnTo>
                      <a:pt x="528" y="7709"/>
                    </a:lnTo>
                    <a:lnTo>
                      <a:pt x="6886" y="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8"/>
              <p:cNvSpPr/>
              <p:nvPr/>
            </p:nvSpPr>
            <p:spPr>
              <a:xfrm>
                <a:off x="6495148" y="2482882"/>
                <a:ext cx="147392" cy="185719"/>
              </a:xfrm>
              <a:custGeom>
                <a:rect b="b" l="l" r="r" t="t"/>
                <a:pathLst>
                  <a:path extrusionOk="0" h="3954" w="3138">
                    <a:moveTo>
                      <a:pt x="0" y="1"/>
                    </a:moveTo>
                    <a:lnTo>
                      <a:pt x="0" y="3953"/>
                    </a:lnTo>
                    <a:lnTo>
                      <a:pt x="3137" y="3953"/>
                    </a:lnTo>
                    <a:lnTo>
                      <a:pt x="31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8"/>
              <p:cNvSpPr/>
              <p:nvPr/>
            </p:nvSpPr>
            <p:spPr>
              <a:xfrm>
                <a:off x="6399988" y="2478608"/>
                <a:ext cx="95208" cy="189994"/>
              </a:xfrm>
              <a:custGeom>
                <a:rect b="b" l="l" r="r" t="t"/>
                <a:pathLst>
                  <a:path extrusionOk="0" h="4045" w="2027">
                    <a:moveTo>
                      <a:pt x="1851" y="92"/>
                    </a:moveTo>
                    <a:lnTo>
                      <a:pt x="1851" y="92"/>
                    </a:lnTo>
                    <a:lnTo>
                      <a:pt x="1" y="0"/>
                    </a:lnTo>
                    <a:lnTo>
                      <a:pt x="1" y="1702"/>
                    </a:lnTo>
                    <a:lnTo>
                      <a:pt x="2026" y="4044"/>
                    </a:lnTo>
                    <a:lnTo>
                      <a:pt x="2026" y="9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8"/>
              <p:cNvSpPr/>
              <p:nvPr/>
            </p:nvSpPr>
            <p:spPr>
              <a:xfrm>
                <a:off x="6389091" y="2438637"/>
                <a:ext cx="97839" cy="44293"/>
              </a:xfrm>
              <a:custGeom>
                <a:rect b="b" l="l" r="r" t="t"/>
                <a:pathLst>
                  <a:path extrusionOk="0" h="943" w="2083">
                    <a:moveTo>
                      <a:pt x="2083" y="64"/>
                    </a:moveTo>
                    <a:lnTo>
                      <a:pt x="1" y="0"/>
                    </a:lnTo>
                    <a:lnTo>
                      <a:pt x="1" y="851"/>
                    </a:lnTo>
                    <a:lnTo>
                      <a:pt x="2083" y="9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18"/>
              <p:cNvSpPr/>
              <p:nvPr/>
            </p:nvSpPr>
            <p:spPr>
              <a:xfrm>
                <a:off x="6486881" y="2441596"/>
                <a:ext cx="172145" cy="41334"/>
              </a:xfrm>
              <a:custGeom>
                <a:rect b="b" l="l" r="r" t="t"/>
                <a:pathLst>
                  <a:path extrusionOk="0" h="880" w="3665">
                    <a:moveTo>
                      <a:pt x="1" y="880"/>
                    </a:moveTo>
                    <a:lnTo>
                      <a:pt x="3665" y="880"/>
                    </a:lnTo>
                    <a:lnTo>
                      <a:pt x="366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18"/>
              <p:cNvSpPr/>
              <p:nvPr/>
            </p:nvSpPr>
            <p:spPr>
              <a:xfrm>
                <a:off x="7014109" y="2423748"/>
                <a:ext cx="243492" cy="310894"/>
              </a:xfrm>
              <a:custGeom>
                <a:rect b="b" l="l" r="r" t="t"/>
                <a:pathLst>
                  <a:path extrusionOk="0" h="6619" w="5184">
                    <a:moveTo>
                      <a:pt x="0" y="3046"/>
                    </a:moveTo>
                    <a:lnTo>
                      <a:pt x="0" y="6619"/>
                    </a:lnTo>
                    <a:lnTo>
                      <a:pt x="5184" y="6619"/>
                    </a:lnTo>
                    <a:lnTo>
                      <a:pt x="5184" y="2751"/>
                    </a:lnTo>
                    <a:lnTo>
                      <a:pt x="27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18"/>
              <p:cNvSpPr/>
              <p:nvPr/>
            </p:nvSpPr>
            <p:spPr>
              <a:xfrm>
                <a:off x="6870713" y="2565455"/>
                <a:ext cx="143446" cy="169186"/>
              </a:xfrm>
              <a:custGeom>
                <a:rect b="b" l="l" r="r" t="t"/>
                <a:pathLst>
                  <a:path extrusionOk="0" h="3602" w="3054">
                    <a:moveTo>
                      <a:pt x="2990" y="85"/>
                    </a:moveTo>
                    <a:lnTo>
                      <a:pt x="1" y="85"/>
                    </a:lnTo>
                    <a:lnTo>
                      <a:pt x="3053" y="3602"/>
                    </a:lnTo>
                    <a:lnTo>
                      <a:pt x="30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18"/>
              <p:cNvSpPr/>
              <p:nvPr/>
            </p:nvSpPr>
            <p:spPr>
              <a:xfrm>
                <a:off x="6779874" y="2345121"/>
                <a:ext cx="549408" cy="224376"/>
              </a:xfrm>
              <a:custGeom>
                <a:rect b="b" l="l" r="r" t="t"/>
                <a:pathLst>
                  <a:path extrusionOk="0" h="4777" w="11697">
                    <a:moveTo>
                      <a:pt x="1" y="4045"/>
                    </a:moveTo>
                    <a:lnTo>
                      <a:pt x="3433" y="1"/>
                    </a:lnTo>
                    <a:lnTo>
                      <a:pt x="8061" y="1"/>
                    </a:lnTo>
                    <a:lnTo>
                      <a:pt x="11697" y="4045"/>
                    </a:lnTo>
                    <a:lnTo>
                      <a:pt x="11078" y="4776"/>
                    </a:lnTo>
                    <a:lnTo>
                      <a:pt x="10466" y="4776"/>
                    </a:lnTo>
                    <a:lnTo>
                      <a:pt x="7709" y="1675"/>
                    </a:lnTo>
                    <a:lnTo>
                      <a:pt x="4952" y="4776"/>
                    </a:lnTo>
                    <a:lnTo>
                      <a:pt x="556" y="477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18"/>
              <p:cNvSpPr/>
              <p:nvPr/>
            </p:nvSpPr>
            <p:spPr>
              <a:xfrm>
                <a:off x="6779874" y="2467711"/>
                <a:ext cx="57867" cy="67402"/>
              </a:xfrm>
              <a:custGeom>
                <a:rect b="b" l="l" r="r" t="t"/>
                <a:pathLst>
                  <a:path extrusionOk="0" h="1435" w="1232">
                    <a:moveTo>
                      <a:pt x="1232" y="0"/>
                    </a:moveTo>
                    <a:lnTo>
                      <a:pt x="1" y="1435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18"/>
              <p:cNvSpPr/>
              <p:nvPr/>
            </p:nvSpPr>
            <p:spPr>
              <a:xfrm>
                <a:off x="6779874" y="2535065"/>
                <a:ext cx="232642" cy="34429"/>
              </a:xfrm>
              <a:custGeom>
                <a:rect b="b" l="l" r="r" t="t"/>
                <a:pathLst>
                  <a:path extrusionOk="0" h="733" w="4953">
                    <a:moveTo>
                      <a:pt x="1" y="1"/>
                    </a:moveTo>
                    <a:lnTo>
                      <a:pt x="556" y="732"/>
                    </a:lnTo>
                    <a:lnTo>
                      <a:pt x="4952" y="732"/>
                    </a:lnTo>
                    <a:lnTo>
                      <a:pt x="451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18"/>
              <p:cNvSpPr/>
              <p:nvPr/>
            </p:nvSpPr>
            <p:spPr>
              <a:xfrm>
                <a:off x="7141959" y="2407262"/>
                <a:ext cx="158242" cy="162234"/>
              </a:xfrm>
              <a:custGeom>
                <a:rect b="b" l="l" r="r" t="t"/>
                <a:pathLst>
                  <a:path extrusionOk="0" h="3454" w="3369">
                    <a:moveTo>
                      <a:pt x="3369" y="3453"/>
                    </a:moveTo>
                    <a:lnTo>
                      <a:pt x="2757" y="3453"/>
                    </a:lnTo>
                    <a:lnTo>
                      <a:pt x="0" y="352"/>
                    </a:lnTo>
                    <a:lnTo>
                      <a:pt x="29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18"/>
              <p:cNvSpPr/>
              <p:nvPr/>
            </p:nvSpPr>
            <p:spPr>
              <a:xfrm>
                <a:off x="6779874" y="2345121"/>
                <a:ext cx="378625" cy="189994"/>
              </a:xfrm>
              <a:custGeom>
                <a:rect b="b" l="l" r="r" t="t"/>
                <a:pathLst>
                  <a:path extrusionOk="0" h="4045" w="8061">
                    <a:moveTo>
                      <a:pt x="4516" y="4045"/>
                    </a:moveTo>
                    <a:lnTo>
                      <a:pt x="1" y="4045"/>
                    </a:lnTo>
                    <a:lnTo>
                      <a:pt x="3433" y="1"/>
                    </a:lnTo>
                    <a:lnTo>
                      <a:pt x="8061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8"/>
              <p:cNvSpPr/>
              <p:nvPr/>
            </p:nvSpPr>
            <p:spPr>
              <a:xfrm>
                <a:off x="7070237" y="2537743"/>
                <a:ext cx="144762" cy="156927"/>
              </a:xfrm>
              <a:custGeom>
                <a:rect b="b" l="l" r="r" t="t"/>
                <a:pathLst>
                  <a:path extrusionOk="0" h="3341" w="3082">
                    <a:moveTo>
                      <a:pt x="1" y="3341"/>
                    </a:moveTo>
                    <a:lnTo>
                      <a:pt x="3081" y="3341"/>
                    </a:lnTo>
                    <a:lnTo>
                      <a:pt x="308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18"/>
              <p:cNvSpPr/>
              <p:nvPr/>
            </p:nvSpPr>
            <p:spPr>
              <a:xfrm>
                <a:off x="7070237" y="2537743"/>
                <a:ext cx="125598" cy="156927"/>
              </a:xfrm>
              <a:custGeom>
                <a:rect b="b" l="l" r="r" t="t"/>
                <a:pathLst>
                  <a:path extrusionOk="0" h="3341" w="2674">
                    <a:moveTo>
                      <a:pt x="1" y="3341"/>
                    </a:moveTo>
                    <a:lnTo>
                      <a:pt x="2673" y="3341"/>
                    </a:lnTo>
                    <a:lnTo>
                      <a:pt x="2673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18"/>
              <p:cNvSpPr/>
              <p:nvPr/>
            </p:nvSpPr>
            <p:spPr>
              <a:xfrm>
                <a:off x="7104947" y="2564468"/>
                <a:ext cx="47956" cy="51949"/>
              </a:xfrm>
              <a:custGeom>
                <a:rect b="b" l="l" r="r" t="t"/>
                <a:pathLst>
                  <a:path extrusionOk="0" h="1106" w="1021">
                    <a:moveTo>
                      <a:pt x="936" y="1"/>
                    </a:moveTo>
                    <a:cubicBezTo>
                      <a:pt x="915" y="1"/>
                      <a:pt x="894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7" y="1077"/>
                    </a:cubicBezTo>
                    <a:cubicBezTo>
                      <a:pt x="57" y="1105"/>
                      <a:pt x="85" y="1105"/>
                      <a:pt x="85" y="1105"/>
                    </a:cubicBezTo>
                    <a:cubicBezTo>
                      <a:pt x="113" y="1105"/>
                      <a:pt x="141" y="1077"/>
                      <a:pt x="141" y="1077"/>
                    </a:cubicBezTo>
                    <a:lnTo>
                      <a:pt x="992" y="134"/>
                    </a:lnTo>
                    <a:cubicBezTo>
                      <a:pt x="1020" y="106"/>
                      <a:pt x="1020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18"/>
              <p:cNvSpPr/>
              <p:nvPr/>
            </p:nvSpPr>
            <p:spPr>
              <a:xfrm>
                <a:off x="7100626" y="2600306"/>
                <a:ext cx="46970" cy="51761"/>
              </a:xfrm>
              <a:custGeom>
                <a:rect b="b" l="l" r="r" t="t"/>
                <a:pathLst>
                  <a:path extrusionOk="0" h="1102" w="1000">
                    <a:moveTo>
                      <a:pt x="920" y="0"/>
                    </a:moveTo>
                    <a:cubicBezTo>
                      <a:pt x="895" y="0"/>
                      <a:pt x="868" y="14"/>
                      <a:pt x="852" y="47"/>
                    </a:cubicBezTo>
                    <a:lnTo>
                      <a:pt x="29" y="989"/>
                    </a:lnTo>
                    <a:cubicBezTo>
                      <a:pt x="1" y="1017"/>
                      <a:pt x="1" y="1073"/>
                      <a:pt x="29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9" y="1073"/>
                    </a:cubicBezTo>
                    <a:lnTo>
                      <a:pt x="971" y="138"/>
                    </a:lnTo>
                    <a:cubicBezTo>
                      <a:pt x="1000" y="110"/>
                      <a:pt x="1000" y="47"/>
                      <a:pt x="971" y="18"/>
                    </a:cubicBezTo>
                    <a:cubicBezTo>
                      <a:pt x="957" y="7"/>
                      <a:pt x="939" y="0"/>
                      <a:pt x="920" y="0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18"/>
              <p:cNvSpPr/>
              <p:nvPr/>
            </p:nvSpPr>
            <p:spPr>
              <a:xfrm>
                <a:off x="6591293" y="3049755"/>
                <a:ext cx="323764" cy="235555"/>
              </a:xfrm>
              <a:custGeom>
                <a:rect b="b" l="l" r="r" t="t"/>
                <a:pathLst>
                  <a:path extrusionOk="0" h="5015" w="6893">
                    <a:moveTo>
                      <a:pt x="0" y="5015"/>
                    </a:moveTo>
                    <a:lnTo>
                      <a:pt x="6892" y="5015"/>
                    </a:lnTo>
                    <a:lnTo>
                      <a:pt x="68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18"/>
              <p:cNvSpPr/>
              <p:nvPr/>
            </p:nvSpPr>
            <p:spPr>
              <a:xfrm>
                <a:off x="6591293" y="3049755"/>
                <a:ext cx="300326" cy="235555"/>
              </a:xfrm>
              <a:custGeom>
                <a:rect b="b" l="l" r="r" t="t"/>
                <a:pathLst>
                  <a:path extrusionOk="0" h="5015" w="6394">
                    <a:moveTo>
                      <a:pt x="0" y="5015"/>
                    </a:moveTo>
                    <a:lnTo>
                      <a:pt x="6393" y="5015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8"/>
              <p:cNvSpPr/>
              <p:nvPr/>
            </p:nvSpPr>
            <p:spPr>
              <a:xfrm>
                <a:off x="6734643" y="3049755"/>
                <a:ext cx="13574" cy="235555"/>
              </a:xfrm>
              <a:custGeom>
                <a:rect b="b" l="l" r="r" t="t"/>
                <a:pathLst>
                  <a:path extrusionOk="0" h="5015" w="289">
                    <a:moveTo>
                      <a:pt x="0" y="5015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89" y="50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18"/>
              <p:cNvSpPr/>
              <p:nvPr/>
            </p:nvSpPr>
            <p:spPr>
              <a:xfrm>
                <a:off x="6877664" y="3049755"/>
                <a:ext cx="13950" cy="235555"/>
              </a:xfrm>
              <a:custGeom>
                <a:rect b="b" l="l" r="r" t="t"/>
                <a:pathLst>
                  <a:path extrusionOk="0" h="5015" w="297">
                    <a:moveTo>
                      <a:pt x="1" y="5015"/>
                    </a:moveTo>
                    <a:lnTo>
                      <a:pt x="296" y="5015"/>
                    </a:lnTo>
                    <a:lnTo>
                      <a:pt x="29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18"/>
              <p:cNvSpPr/>
              <p:nvPr/>
            </p:nvSpPr>
            <p:spPr>
              <a:xfrm>
                <a:off x="6591293" y="3160086"/>
                <a:ext cx="300326" cy="15218"/>
              </a:xfrm>
              <a:custGeom>
                <a:rect b="b" l="l" r="r" t="t"/>
                <a:pathLst>
                  <a:path extrusionOk="0" h="324" w="6394">
                    <a:moveTo>
                      <a:pt x="0" y="324"/>
                    </a:moveTo>
                    <a:lnTo>
                      <a:pt x="6393" y="324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18"/>
              <p:cNvSpPr/>
              <p:nvPr/>
            </p:nvSpPr>
            <p:spPr>
              <a:xfrm>
                <a:off x="6617690" y="3208746"/>
                <a:ext cx="47956" cy="51808"/>
              </a:xfrm>
              <a:custGeom>
                <a:rect b="b" l="l" r="r" t="t"/>
                <a:pathLst>
                  <a:path extrusionOk="0" h="1103" w="1021">
                    <a:moveTo>
                      <a:pt x="935" y="1"/>
                    </a:moveTo>
                    <a:cubicBezTo>
                      <a:pt x="913" y="1"/>
                      <a:pt x="896" y="14"/>
                      <a:pt x="880" y="47"/>
                    </a:cubicBezTo>
                    <a:lnTo>
                      <a:pt x="29" y="983"/>
                    </a:lnTo>
                    <a:cubicBezTo>
                      <a:pt x="1" y="1011"/>
                      <a:pt x="1" y="1074"/>
                      <a:pt x="29" y="1102"/>
                    </a:cubicBezTo>
                    <a:lnTo>
                      <a:pt x="85" y="1102"/>
                    </a:lnTo>
                    <a:cubicBezTo>
                      <a:pt x="113" y="1102"/>
                      <a:pt x="141" y="1102"/>
                      <a:pt x="141" y="1074"/>
                    </a:cubicBezTo>
                    <a:lnTo>
                      <a:pt x="992" y="132"/>
                    </a:lnTo>
                    <a:cubicBezTo>
                      <a:pt x="1020" y="104"/>
                      <a:pt x="1020" y="47"/>
                      <a:pt x="992" y="19"/>
                    </a:cubicBezTo>
                    <a:cubicBezTo>
                      <a:pt x="969" y="8"/>
                      <a:pt x="951" y="1"/>
                      <a:pt x="935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18"/>
              <p:cNvSpPr/>
              <p:nvPr/>
            </p:nvSpPr>
            <p:spPr>
              <a:xfrm>
                <a:off x="6657332" y="3196205"/>
                <a:ext cx="46970" cy="51808"/>
              </a:xfrm>
              <a:custGeom>
                <a:rect b="b" l="l" r="r" t="t"/>
                <a:pathLst>
                  <a:path extrusionOk="0" h="1103" w="1000">
                    <a:moveTo>
                      <a:pt x="923" y="0"/>
                    </a:moveTo>
                    <a:cubicBezTo>
                      <a:pt x="897" y="0"/>
                      <a:pt x="868" y="14"/>
                      <a:pt x="852" y="47"/>
                    </a:cubicBezTo>
                    <a:lnTo>
                      <a:pt x="36" y="990"/>
                    </a:lnTo>
                    <a:cubicBezTo>
                      <a:pt x="1" y="1018"/>
                      <a:pt x="1" y="1074"/>
                      <a:pt x="36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8" y="1074"/>
                    </a:cubicBezTo>
                    <a:lnTo>
                      <a:pt x="971" y="139"/>
                    </a:lnTo>
                    <a:cubicBezTo>
                      <a:pt x="999" y="110"/>
                      <a:pt x="999" y="47"/>
                      <a:pt x="971" y="19"/>
                    </a:cubicBezTo>
                    <a:cubicBezTo>
                      <a:pt x="960" y="7"/>
                      <a:pt x="942" y="0"/>
                      <a:pt x="923" y="0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18"/>
              <p:cNvSpPr/>
              <p:nvPr/>
            </p:nvSpPr>
            <p:spPr>
              <a:xfrm>
                <a:off x="6792462" y="3086062"/>
                <a:ext cx="48238" cy="51949"/>
              </a:xfrm>
              <a:custGeom>
                <a:rect b="b" l="l" r="r" t="t"/>
                <a:pathLst>
                  <a:path extrusionOk="0" h="1106" w="1027">
                    <a:moveTo>
                      <a:pt x="936" y="1"/>
                    </a:moveTo>
                    <a:cubicBezTo>
                      <a:pt x="914" y="1"/>
                      <a:pt x="893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6" y="1077"/>
                    </a:cubicBezTo>
                    <a:lnTo>
                      <a:pt x="85" y="1105"/>
                    </a:lnTo>
                    <a:cubicBezTo>
                      <a:pt x="113" y="1105"/>
                      <a:pt x="148" y="1077"/>
                      <a:pt x="148" y="1077"/>
                    </a:cubicBezTo>
                    <a:lnTo>
                      <a:pt x="992" y="142"/>
                    </a:lnTo>
                    <a:cubicBezTo>
                      <a:pt x="1027" y="106"/>
                      <a:pt x="1027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18"/>
              <p:cNvSpPr/>
              <p:nvPr/>
            </p:nvSpPr>
            <p:spPr>
              <a:xfrm>
                <a:off x="6082053" y="3344394"/>
                <a:ext cx="228650" cy="513382"/>
              </a:xfrm>
              <a:custGeom>
                <a:rect b="b" l="l" r="r" t="t"/>
                <a:pathLst>
                  <a:path extrusionOk="0" h="10930" w="4868">
                    <a:moveTo>
                      <a:pt x="1" y="10930"/>
                    </a:moveTo>
                    <a:lnTo>
                      <a:pt x="4868" y="10930"/>
                    </a:lnTo>
                    <a:lnTo>
                      <a:pt x="48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18"/>
              <p:cNvSpPr/>
              <p:nvPr/>
            </p:nvSpPr>
            <p:spPr>
              <a:xfrm>
                <a:off x="6105680" y="3344394"/>
                <a:ext cx="202206" cy="513382"/>
              </a:xfrm>
              <a:custGeom>
                <a:rect b="b" l="l" r="r" t="t"/>
                <a:pathLst>
                  <a:path extrusionOk="0" h="10930" w="4305">
                    <a:moveTo>
                      <a:pt x="1" y="10930"/>
                    </a:moveTo>
                    <a:lnTo>
                      <a:pt x="4305" y="10930"/>
                    </a:lnTo>
                    <a:lnTo>
                      <a:pt x="43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18"/>
              <p:cNvSpPr/>
              <p:nvPr/>
            </p:nvSpPr>
            <p:spPr>
              <a:xfrm>
                <a:off x="6130479" y="3369193"/>
                <a:ext cx="136119" cy="50915"/>
              </a:xfrm>
              <a:custGeom>
                <a:rect b="b" l="l" r="r" t="t"/>
                <a:pathLst>
                  <a:path extrusionOk="0" h="1084" w="2898">
                    <a:moveTo>
                      <a:pt x="0" y="1083"/>
                    </a:moveTo>
                    <a:lnTo>
                      <a:pt x="2898" y="1083"/>
                    </a:lnTo>
                    <a:lnTo>
                      <a:pt x="28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18"/>
              <p:cNvSpPr/>
              <p:nvPr/>
            </p:nvSpPr>
            <p:spPr>
              <a:xfrm>
                <a:off x="6060120" y="3308744"/>
                <a:ext cx="265615" cy="35697"/>
              </a:xfrm>
              <a:custGeom>
                <a:rect b="b" l="l" r="r" t="t"/>
                <a:pathLst>
                  <a:path extrusionOk="0" h="760" w="5655">
                    <a:moveTo>
                      <a:pt x="0" y="0"/>
                    </a:moveTo>
                    <a:lnTo>
                      <a:pt x="5655" y="0"/>
                    </a:lnTo>
                    <a:lnTo>
                      <a:pt x="5655" y="760"/>
                    </a:lnTo>
                    <a:lnTo>
                      <a:pt x="0" y="7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18"/>
              <p:cNvSpPr/>
              <p:nvPr/>
            </p:nvSpPr>
            <p:spPr>
              <a:xfrm>
                <a:off x="6083557" y="3726912"/>
                <a:ext cx="224329" cy="130858"/>
              </a:xfrm>
              <a:custGeom>
                <a:rect b="b" l="l" r="r" t="t"/>
                <a:pathLst>
                  <a:path extrusionOk="0" h="2786" w="4776">
                    <a:moveTo>
                      <a:pt x="0" y="2786"/>
                    </a:moveTo>
                    <a:lnTo>
                      <a:pt x="4776" y="2786"/>
                    </a:lnTo>
                    <a:lnTo>
                      <a:pt x="47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18"/>
              <p:cNvSpPr/>
              <p:nvPr/>
            </p:nvSpPr>
            <p:spPr>
              <a:xfrm>
                <a:off x="5974871" y="3813808"/>
                <a:ext cx="199565" cy="50579"/>
              </a:xfrm>
              <a:custGeom>
                <a:rect b="b" l="l" r="r" t="t"/>
                <a:pathLst>
                  <a:path extrusionOk="0" h="936" w="4249">
                    <a:moveTo>
                      <a:pt x="1027" y="0"/>
                    </a:moveTo>
                    <a:lnTo>
                      <a:pt x="1027" y="0"/>
                    </a:lnTo>
                    <a:lnTo>
                      <a:pt x="1" y="0"/>
                    </a:lnTo>
                    <a:lnTo>
                      <a:pt x="1" y="936"/>
                    </a:lnTo>
                    <a:lnTo>
                      <a:pt x="4248" y="936"/>
                    </a:lnTo>
                    <a:lnTo>
                      <a:pt x="4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8"/>
              <p:cNvSpPr/>
              <p:nvPr/>
            </p:nvSpPr>
            <p:spPr>
              <a:xfrm>
                <a:off x="6023108" y="3772519"/>
                <a:ext cx="188350" cy="41334"/>
              </a:xfrm>
              <a:custGeom>
                <a:rect b="b" l="l" r="r" t="t"/>
                <a:pathLst>
                  <a:path extrusionOk="0" h="880" w="4010">
                    <a:moveTo>
                      <a:pt x="0" y="0"/>
                    </a:moveTo>
                    <a:lnTo>
                      <a:pt x="0" y="879"/>
                    </a:lnTo>
                    <a:lnTo>
                      <a:pt x="4009" y="879"/>
                    </a:lnTo>
                    <a:lnTo>
                      <a:pt x="4009" y="0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18"/>
              <p:cNvSpPr/>
              <p:nvPr/>
            </p:nvSpPr>
            <p:spPr>
              <a:xfrm>
                <a:off x="6061435" y="3726912"/>
                <a:ext cx="198213" cy="45655"/>
              </a:xfrm>
              <a:custGeom>
                <a:rect b="b" l="l" r="r" t="t"/>
                <a:pathLst>
                  <a:path extrusionOk="0" h="972" w="4220">
                    <a:moveTo>
                      <a:pt x="0" y="971"/>
                    </a:moveTo>
                    <a:lnTo>
                      <a:pt x="4220" y="971"/>
                    </a:lnTo>
                    <a:lnTo>
                      <a:pt x="422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18"/>
              <p:cNvSpPr/>
              <p:nvPr/>
            </p:nvSpPr>
            <p:spPr>
              <a:xfrm>
                <a:off x="6250016" y="3550871"/>
                <a:ext cx="38703" cy="38703"/>
              </a:xfrm>
              <a:custGeom>
                <a:rect b="b" l="l" r="r" t="t"/>
                <a:pathLst>
                  <a:path extrusionOk="0" h="824" w="824">
                    <a:moveTo>
                      <a:pt x="824" y="408"/>
                    </a:moveTo>
                    <a:cubicBezTo>
                      <a:pt x="824" y="619"/>
                      <a:pt x="648" y="823"/>
                      <a:pt x="409" y="823"/>
                    </a:cubicBezTo>
                    <a:cubicBezTo>
                      <a:pt x="177" y="823"/>
                      <a:pt x="1" y="619"/>
                      <a:pt x="1" y="408"/>
                    </a:cubicBezTo>
                    <a:cubicBezTo>
                      <a:pt x="1" y="176"/>
                      <a:pt x="177" y="0"/>
                      <a:pt x="409" y="0"/>
                    </a:cubicBezTo>
                    <a:cubicBezTo>
                      <a:pt x="648" y="0"/>
                      <a:pt x="824" y="176"/>
                      <a:pt x="824" y="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8"/>
              <p:cNvSpPr/>
              <p:nvPr/>
            </p:nvSpPr>
            <p:spPr>
              <a:xfrm>
                <a:off x="7000206" y="3279670"/>
                <a:ext cx="477732" cy="578107"/>
              </a:xfrm>
              <a:custGeom>
                <a:rect b="b" l="l" r="r" t="t"/>
                <a:pathLst>
                  <a:path extrusionOk="0" h="12308" w="10171">
                    <a:moveTo>
                      <a:pt x="9819" y="0"/>
                    </a:moveTo>
                    <a:lnTo>
                      <a:pt x="1" y="0"/>
                    </a:lnTo>
                    <a:lnTo>
                      <a:pt x="1" y="12308"/>
                    </a:lnTo>
                    <a:lnTo>
                      <a:pt x="10171" y="12308"/>
                    </a:lnTo>
                    <a:lnTo>
                      <a:pt x="1017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8"/>
              <p:cNvSpPr/>
              <p:nvPr/>
            </p:nvSpPr>
            <p:spPr>
              <a:xfrm>
                <a:off x="7477882" y="3279670"/>
                <a:ext cx="589051" cy="578107"/>
              </a:xfrm>
              <a:custGeom>
                <a:rect b="b" l="l" r="r" t="t"/>
                <a:pathLst>
                  <a:path extrusionOk="0" h="12308" w="12541">
                    <a:moveTo>
                      <a:pt x="1" y="0"/>
                    </a:moveTo>
                    <a:lnTo>
                      <a:pt x="1" y="12308"/>
                    </a:lnTo>
                    <a:lnTo>
                      <a:pt x="12540" y="12308"/>
                    </a:lnTo>
                    <a:lnTo>
                      <a:pt x="125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18"/>
              <p:cNvSpPr/>
              <p:nvPr/>
            </p:nvSpPr>
            <p:spPr>
              <a:xfrm>
                <a:off x="7576987" y="3486100"/>
                <a:ext cx="401734" cy="371674"/>
              </a:xfrm>
              <a:custGeom>
                <a:rect b="b" l="l" r="r" t="t"/>
                <a:pathLst>
                  <a:path extrusionOk="0" h="7913" w="8553">
                    <a:moveTo>
                      <a:pt x="0" y="7913"/>
                    </a:moveTo>
                    <a:lnTo>
                      <a:pt x="8553" y="7913"/>
                    </a:lnTo>
                    <a:lnTo>
                      <a:pt x="855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8"/>
              <p:cNvSpPr/>
              <p:nvPr/>
            </p:nvSpPr>
            <p:spPr>
              <a:xfrm>
                <a:off x="6968502" y="2981039"/>
                <a:ext cx="601592" cy="298682"/>
              </a:xfrm>
              <a:custGeom>
                <a:rect b="b" l="l" r="r" t="t"/>
                <a:pathLst>
                  <a:path extrusionOk="0" h="6359" w="12808">
                    <a:moveTo>
                      <a:pt x="1" y="5683"/>
                    </a:moveTo>
                    <a:lnTo>
                      <a:pt x="233" y="6358"/>
                    </a:lnTo>
                    <a:lnTo>
                      <a:pt x="10494" y="6358"/>
                    </a:lnTo>
                    <a:lnTo>
                      <a:pt x="128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8"/>
              <p:cNvSpPr/>
              <p:nvPr/>
            </p:nvSpPr>
            <p:spPr>
              <a:xfrm>
                <a:off x="7461349" y="2981039"/>
                <a:ext cx="642925" cy="298682"/>
              </a:xfrm>
              <a:custGeom>
                <a:rect b="b" l="l" r="r" t="t"/>
                <a:pathLst>
                  <a:path extrusionOk="0" h="6359" w="13688">
                    <a:moveTo>
                      <a:pt x="2315" y="0"/>
                    </a:moveTo>
                    <a:lnTo>
                      <a:pt x="13687" y="5655"/>
                    </a:lnTo>
                    <a:lnTo>
                      <a:pt x="13476" y="6358"/>
                    </a:lnTo>
                    <a:lnTo>
                      <a:pt x="1" y="635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18"/>
              <p:cNvSpPr/>
              <p:nvPr/>
            </p:nvSpPr>
            <p:spPr>
              <a:xfrm>
                <a:off x="7099311" y="3424335"/>
                <a:ext cx="298682" cy="120948"/>
              </a:xfrm>
              <a:custGeom>
                <a:rect b="b" l="l" r="r" t="t"/>
                <a:pathLst>
                  <a:path extrusionOk="0" h="2575" w="6359">
                    <a:moveTo>
                      <a:pt x="1" y="2575"/>
                    </a:moveTo>
                    <a:lnTo>
                      <a:pt x="6359" y="2575"/>
                    </a:lnTo>
                    <a:lnTo>
                      <a:pt x="6359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18"/>
              <p:cNvSpPr/>
              <p:nvPr/>
            </p:nvSpPr>
            <p:spPr>
              <a:xfrm>
                <a:off x="7121434" y="3424335"/>
                <a:ext cx="276559" cy="120948"/>
              </a:xfrm>
              <a:custGeom>
                <a:rect b="b" l="l" r="r" t="t"/>
                <a:pathLst>
                  <a:path extrusionOk="0" h="2575" w="5888">
                    <a:moveTo>
                      <a:pt x="1" y="2575"/>
                    </a:moveTo>
                    <a:lnTo>
                      <a:pt x="5888" y="2575"/>
                    </a:lnTo>
                    <a:lnTo>
                      <a:pt x="588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18"/>
              <p:cNvSpPr/>
              <p:nvPr/>
            </p:nvSpPr>
            <p:spPr>
              <a:xfrm>
                <a:off x="7166712" y="3424335"/>
                <a:ext cx="74354" cy="120948"/>
              </a:xfrm>
              <a:custGeom>
                <a:rect b="b" l="l" r="r" t="t"/>
                <a:pathLst>
                  <a:path extrusionOk="0" h="2575" w="1583">
                    <a:moveTo>
                      <a:pt x="352" y="2575"/>
                    </a:moveTo>
                    <a:lnTo>
                      <a:pt x="1583" y="1"/>
                    </a:lnTo>
                    <a:lnTo>
                      <a:pt x="1231" y="1"/>
                    </a:lnTo>
                    <a:lnTo>
                      <a:pt x="0" y="2575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18"/>
              <p:cNvSpPr/>
              <p:nvPr/>
            </p:nvSpPr>
            <p:spPr>
              <a:xfrm>
                <a:off x="7209313" y="3424335"/>
                <a:ext cx="74400" cy="120948"/>
              </a:xfrm>
              <a:custGeom>
                <a:rect b="b" l="l" r="r" t="t"/>
                <a:pathLst>
                  <a:path extrusionOk="0" h="2575" w="1584">
                    <a:moveTo>
                      <a:pt x="352" y="2575"/>
                    </a:moveTo>
                    <a:lnTo>
                      <a:pt x="1583" y="1"/>
                    </a:lnTo>
                    <a:lnTo>
                      <a:pt x="1232" y="1"/>
                    </a:lnTo>
                    <a:lnTo>
                      <a:pt x="1" y="2575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18"/>
              <p:cNvSpPr/>
              <p:nvPr/>
            </p:nvSpPr>
            <p:spPr>
              <a:xfrm>
                <a:off x="6598198" y="3392631"/>
                <a:ext cx="315216" cy="229965"/>
              </a:xfrm>
              <a:custGeom>
                <a:rect b="b" l="l" r="r" t="t"/>
                <a:pathLst>
                  <a:path extrusionOk="0" h="4896" w="6711">
                    <a:moveTo>
                      <a:pt x="1" y="4895"/>
                    </a:moveTo>
                    <a:lnTo>
                      <a:pt x="6710" y="4895"/>
                    </a:lnTo>
                    <a:lnTo>
                      <a:pt x="671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8"/>
              <p:cNvSpPr/>
              <p:nvPr/>
            </p:nvSpPr>
            <p:spPr>
              <a:xfrm>
                <a:off x="6598198" y="3392631"/>
                <a:ext cx="293422" cy="229965"/>
              </a:xfrm>
              <a:custGeom>
                <a:rect b="b" l="l" r="r" t="t"/>
                <a:pathLst>
                  <a:path extrusionOk="0" h="4896" w="6247">
                    <a:moveTo>
                      <a:pt x="1" y="4895"/>
                    </a:moveTo>
                    <a:lnTo>
                      <a:pt x="6246" y="4895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18"/>
              <p:cNvSpPr/>
              <p:nvPr/>
            </p:nvSpPr>
            <p:spPr>
              <a:xfrm>
                <a:off x="6738588" y="3392631"/>
                <a:ext cx="12588" cy="229965"/>
              </a:xfrm>
              <a:custGeom>
                <a:rect b="b" l="l" r="r" t="t"/>
                <a:pathLst>
                  <a:path extrusionOk="0" h="4896" w="268">
                    <a:moveTo>
                      <a:pt x="1" y="4895"/>
                    </a:moveTo>
                    <a:lnTo>
                      <a:pt x="1" y="0"/>
                    </a:lnTo>
                    <a:lnTo>
                      <a:pt x="268" y="0"/>
                    </a:lnTo>
                    <a:lnTo>
                      <a:pt x="268" y="48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18"/>
              <p:cNvSpPr/>
              <p:nvPr/>
            </p:nvSpPr>
            <p:spPr>
              <a:xfrm>
                <a:off x="6876349" y="3392631"/>
                <a:ext cx="15265" cy="229965"/>
              </a:xfrm>
              <a:custGeom>
                <a:rect b="b" l="l" r="r" t="t"/>
                <a:pathLst>
                  <a:path extrusionOk="0" h="4896" w="325">
                    <a:moveTo>
                      <a:pt x="1" y="4895"/>
                    </a:moveTo>
                    <a:lnTo>
                      <a:pt x="324" y="4895"/>
                    </a:lnTo>
                    <a:lnTo>
                      <a:pt x="32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8"/>
              <p:cNvSpPr/>
              <p:nvPr/>
            </p:nvSpPr>
            <p:spPr>
              <a:xfrm>
                <a:off x="6598198" y="3500003"/>
                <a:ext cx="293422" cy="13903"/>
              </a:xfrm>
              <a:custGeom>
                <a:rect b="b" l="l" r="r" t="t"/>
                <a:pathLst>
                  <a:path extrusionOk="0" h="296" w="6247">
                    <a:moveTo>
                      <a:pt x="1" y="296"/>
                    </a:moveTo>
                    <a:lnTo>
                      <a:pt x="6246" y="296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18"/>
              <p:cNvSpPr/>
              <p:nvPr/>
            </p:nvSpPr>
            <p:spPr>
              <a:xfrm>
                <a:off x="6640799" y="3430019"/>
                <a:ext cx="45655" cy="50869"/>
              </a:xfrm>
              <a:custGeom>
                <a:rect b="b" l="l" r="r" t="t"/>
                <a:pathLst>
                  <a:path extrusionOk="0" h="1083" w="972">
                    <a:moveTo>
                      <a:pt x="884" y="1"/>
                    </a:moveTo>
                    <a:cubicBezTo>
                      <a:pt x="861" y="1"/>
                      <a:pt x="838" y="10"/>
                      <a:pt x="824" y="27"/>
                    </a:cubicBezTo>
                    <a:lnTo>
                      <a:pt x="36" y="935"/>
                    </a:lnTo>
                    <a:cubicBezTo>
                      <a:pt x="1" y="963"/>
                      <a:pt x="1" y="1019"/>
                      <a:pt x="36" y="1047"/>
                    </a:cubicBezTo>
                    <a:cubicBezTo>
                      <a:pt x="36" y="1047"/>
                      <a:pt x="64" y="1082"/>
                      <a:pt x="92" y="1082"/>
                    </a:cubicBezTo>
                    <a:cubicBezTo>
                      <a:pt x="92" y="1082"/>
                      <a:pt x="121" y="1047"/>
                      <a:pt x="149" y="1047"/>
                    </a:cubicBezTo>
                    <a:lnTo>
                      <a:pt x="943" y="112"/>
                    </a:lnTo>
                    <a:cubicBezTo>
                      <a:pt x="972" y="84"/>
                      <a:pt x="972" y="55"/>
                      <a:pt x="943" y="27"/>
                    </a:cubicBezTo>
                    <a:cubicBezTo>
                      <a:pt x="929" y="10"/>
                      <a:pt x="906" y="1"/>
                      <a:pt x="884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18"/>
              <p:cNvSpPr/>
              <p:nvPr/>
            </p:nvSpPr>
            <p:spPr>
              <a:xfrm>
                <a:off x="6807633" y="3533351"/>
                <a:ext cx="46641" cy="50587"/>
              </a:xfrm>
              <a:custGeom>
                <a:rect b="b" l="l" r="r" t="t"/>
                <a:pathLst>
                  <a:path extrusionOk="0" h="1077" w="993">
                    <a:moveTo>
                      <a:pt x="907" y="1"/>
                    </a:moveTo>
                    <a:cubicBezTo>
                      <a:pt x="885" y="1"/>
                      <a:pt x="862" y="8"/>
                      <a:pt x="845" y="22"/>
                    </a:cubicBezTo>
                    <a:lnTo>
                      <a:pt x="29" y="929"/>
                    </a:lnTo>
                    <a:cubicBezTo>
                      <a:pt x="1" y="957"/>
                      <a:pt x="29" y="1020"/>
                      <a:pt x="57" y="1048"/>
                    </a:cubicBezTo>
                    <a:lnTo>
                      <a:pt x="85" y="1077"/>
                    </a:lnTo>
                    <a:cubicBezTo>
                      <a:pt x="113" y="1077"/>
                      <a:pt x="141" y="1048"/>
                      <a:pt x="141" y="1048"/>
                    </a:cubicBezTo>
                    <a:lnTo>
                      <a:pt x="964" y="113"/>
                    </a:lnTo>
                    <a:cubicBezTo>
                      <a:pt x="992" y="78"/>
                      <a:pt x="992" y="50"/>
                      <a:pt x="964" y="22"/>
                    </a:cubicBezTo>
                    <a:cubicBezTo>
                      <a:pt x="950" y="8"/>
                      <a:pt x="929" y="1"/>
                      <a:pt x="907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18"/>
              <p:cNvSpPr/>
              <p:nvPr/>
            </p:nvSpPr>
            <p:spPr>
              <a:xfrm>
                <a:off x="6775929" y="3544248"/>
                <a:ext cx="45279" cy="50587"/>
              </a:xfrm>
              <a:custGeom>
                <a:rect b="b" l="l" r="r" t="t"/>
                <a:pathLst>
                  <a:path extrusionOk="0" h="1077" w="964">
                    <a:moveTo>
                      <a:pt x="894" y="1"/>
                    </a:moveTo>
                    <a:cubicBezTo>
                      <a:pt x="880" y="1"/>
                      <a:pt x="866" y="8"/>
                      <a:pt x="851" y="22"/>
                    </a:cubicBezTo>
                    <a:lnTo>
                      <a:pt x="29" y="964"/>
                    </a:lnTo>
                    <a:cubicBezTo>
                      <a:pt x="0" y="992"/>
                      <a:pt x="0" y="1020"/>
                      <a:pt x="29" y="1048"/>
                    </a:cubicBezTo>
                    <a:cubicBezTo>
                      <a:pt x="29" y="1077"/>
                      <a:pt x="57" y="1077"/>
                      <a:pt x="85" y="1077"/>
                    </a:cubicBezTo>
                    <a:cubicBezTo>
                      <a:pt x="85" y="1077"/>
                      <a:pt x="113" y="1077"/>
                      <a:pt x="148" y="1048"/>
                    </a:cubicBezTo>
                    <a:lnTo>
                      <a:pt x="964" y="141"/>
                    </a:lnTo>
                    <a:cubicBezTo>
                      <a:pt x="964" y="113"/>
                      <a:pt x="964" y="57"/>
                      <a:pt x="936" y="22"/>
                    </a:cubicBezTo>
                    <a:cubicBezTo>
                      <a:pt x="922" y="8"/>
                      <a:pt x="908" y="1"/>
                      <a:pt x="894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18"/>
              <p:cNvSpPr/>
              <p:nvPr/>
            </p:nvSpPr>
            <p:spPr>
              <a:xfrm>
                <a:off x="6968502" y="2981039"/>
                <a:ext cx="601592" cy="298682"/>
              </a:xfrm>
              <a:custGeom>
                <a:rect b="b" l="l" r="r" t="t"/>
                <a:pathLst>
                  <a:path extrusionOk="0" h="6359" w="12808">
                    <a:moveTo>
                      <a:pt x="1" y="5683"/>
                    </a:moveTo>
                    <a:lnTo>
                      <a:pt x="233" y="6358"/>
                    </a:lnTo>
                    <a:lnTo>
                      <a:pt x="10494" y="6358"/>
                    </a:lnTo>
                    <a:lnTo>
                      <a:pt x="12808" y="0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5" name="Google Shape;845;p18"/>
            <p:cNvSpPr/>
            <p:nvPr/>
          </p:nvSpPr>
          <p:spPr>
            <a:xfrm>
              <a:off x="8428911" y="367912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6" name="Google Shape;846;p18"/>
          <p:cNvGrpSpPr/>
          <p:nvPr/>
        </p:nvGrpSpPr>
        <p:grpSpPr>
          <a:xfrm>
            <a:off x="-630649" y="918517"/>
            <a:ext cx="1499092" cy="689481"/>
            <a:chOff x="8727226" y="1200842"/>
            <a:chExt cx="1499092" cy="689481"/>
          </a:xfrm>
        </p:grpSpPr>
        <p:sp>
          <p:nvSpPr>
            <p:cNvPr id="847" name="Google Shape;847;p18"/>
            <p:cNvSpPr/>
            <p:nvPr/>
          </p:nvSpPr>
          <p:spPr>
            <a:xfrm>
              <a:off x="9624259" y="12008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8727226" y="16275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49" name="Google Shape;849;p18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0" name="Google Shape;850;p18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3" name="Google Shape;853;p19"/>
          <p:cNvSpPr txBox="1"/>
          <p:nvPr>
            <p:ph idx="1" type="subTitle"/>
          </p:nvPr>
        </p:nvSpPr>
        <p:spPr>
          <a:xfrm>
            <a:off x="800226" y="2202595"/>
            <a:ext cx="2459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4" name="Google Shape;854;p19"/>
          <p:cNvSpPr txBox="1"/>
          <p:nvPr>
            <p:ph idx="2" type="subTitle"/>
          </p:nvPr>
        </p:nvSpPr>
        <p:spPr>
          <a:xfrm>
            <a:off x="3341349" y="2202595"/>
            <a:ext cx="2459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5" name="Google Shape;855;p19"/>
          <p:cNvSpPr txBox="1"/>
          <p:nvPr>
            <p:ph idx="3" type="subTitle"/>
          </p:nvPr>
        </p:nvSpPr>
        <p:spPr>
          <a:xfrm>
            <a:off x="5887280" y="2202595"/>
            <a:ext cx="245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6" name="Google Shape;856;p19"/>
          <p:cNvSpPr txBox="1"/>
          <p:nvPr>
            <p:ph idx="4" type="subTitle"/>
          </p:nvPr>
        </p:nvSpPr>
        <p:spPr>
          <a:xfrm>
            <a:off x="800226" y="3835725"/>
            <a:ext cx="2459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7" name="Google Shape;857;p19"/>
          <p:cNvSpPr txBox="1"/>
          <p:nvPr>
            <p:ph idx="5" type="subTitle"/>
          </p:nvPr>
        </p:nvSpPr>
        <p:spPr>
          <a:xfrm>
            <a:off x="3341349" y="3835725"/>
            <a:ext cx="2459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8" name="Google Shape;858;p19"/>
          <p:cNvSpPr txBox="1"/>
          <p:nvPr>
            <p:ph idx="6" type="subTitle"/>
          </p:nvPr>
        </p:nvSpPr>
        <p:spPr>
          <a:xfrm>
            <a:off x="5887280" y="3835725"/>
            <a:ext cx="245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9" name="Google Shape;859;p19"/>
          <p:cNvSpPr txBox="1"/>
          <p:nvPr>
            <p:ph idx="7" type="subTitle"/>
          </p:nvPr>
        </p:nvSpPr>
        <p:spPr>
          <a:xfrm>
            <a:off x="795076" y="180117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0" name="Google Shape;860;p19"/>
          <p:cNvSpPr txBox="1"/>
          <p:nvPr>
            <p:ph idx="8" type="subTitle"/>
          </p:nvPr>
        </p:nvSpPr>
        <p:spPr>
          <a:xfrm>
            <a:off x="3341355" y="180117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1" name="Google Shape;861;p19"/>
          <p:cNvSpPr txBox="1"/>
          <p:nvPr>
            <p:ph idx="9" type="subTitle"/>
          </p:nvPr>
        </p:nvSpPr>
        <p:spPr>
          <a:xfrm>
            <a:off x="5892433" y="1801175"/>
            <a:ext cx="24540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2" name="Google Shape;862;p19"/>
          <p:cNvSpPr txBox="1"/>
          <p:nvPr>
            <p:ph idx="13" type="subTitle"/>
          </p:nvPr>
        </p:nvSpPr>
        <p:spPr>
          <a:xfrm>
            <a:off x="795420" y="34418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3" name="Google Shape;863;p19"/>
          <p:cNvSpPr txBox="1"/>
          <p:nvPr>
            <p:ph idx="14" type="subTitle"/>
          </p:nvPr>
        </p:nvSpPr>
        <p:spPr>
          <a:xfrm>
            <a:off x="3341355" y="34418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4" name="Google Shape;864;p19"/>
          <p:cNvSpPr txBox="1"/>
          <p:nvPr>
            <p:ph idx="15" type="subTitle"/>
          </p:nvPr>
        </p:nvSpPr>
        <p:spPr>
          <a:xfrm>
            <a:off x="5889824" y="34418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65" name="Google Shape;865;p19"/>
          <p:cNvGrpSpPr/>
          <p:nvPr/>
        </p:nvGrpSpPr>
        <p:grpSpPr>
          <a:xfrm>
            <a:off x="-230318" y="3676475"/>
            <a:ext cx="3007833" cy="3060716"/>
            <a:chOff x="-230318" y="3676475"/>
            <a:chExt cx="3007833" cy="3060716"/>
          </a:xfrm>
        </p:grpSpPr>
        <p:grpSp>
          <p:nvGrpSpPr>
            <p:cNvPr id="866" name="Google Shape;866;p19"/>
            <p:cNvGrpSpPr/>
            <p:nvPr/>
          </p:nvGrpSpPr>
          <p:grpSpPr>
            <a:xfrm>
              <a:off x="-230318" y="4468770"/>
              <a:ext cx="1163585" cy="2008346"/>
              <a:chOff x="4537475" y="1366675"/>
              <a:chExt cx="1878265" cy="3241882"/>
            </a:xfrm>
          </p:grpSpPr>
          <p:sp>
            <p:nvSpPr>
              <p:cNvPr id="867" name="Google Shape;867;p19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19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19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19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9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9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9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9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9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9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9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19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19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19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19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19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19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19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19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19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19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19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19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19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19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19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19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19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19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19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19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19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19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19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19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19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19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19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19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6" name="Google Shape;906;p19"/>
            <p:cNvGrpSpPr/>
            <p:nvPr/>
          </p:nvGrpSpPr>
          <p:grpSpPr>
            <a:xfrm>
              <a:off x="971758" y="4728845"/>
              <a:ext cx="1163585" cy="2008346"/>
              <a:chOff x="4537475" y="1366675"/>
              <a:chExt cx="1878265" cy="3241882"/>
            </a:xfrm>
          </p:grpSpPr>
          <p:sp>
            <p:nvSpPr>
              <p:cNvPr id="907" name="Google Shape;907;p19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9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9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9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9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19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19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9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9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9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9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9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9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19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19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19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19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19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19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19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19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19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19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19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19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19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19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19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6" name="Google Shape;946;p19"/>
            <p:cNvGrpSpPr/>
            <p:nvPr/>
          </p:nvGrpSpPr>
          <p:grpSpPr>
            <a:xfrm>
              <a:off x="1861276" y="4674340"/>
              <a:ext cx="916239" cy="681891"/>
              <a:chOff x="5951675" y="3577056"/>
              <a:chExt cx="1387821" cy="1032855"/>
            </a:xfrm>
          </p:grpSpPr>
          <p:sp>
            <p:nvSpPr>
              <p:cNvPr id="947" name="Google Shape;947;p19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19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9" name="Google Shape;949;p19"/>
            <p:cNvSpPr/>
            <p:nvPr/>
          </p:nvSpPr>
          <p:spPr>
            <a:xfrm>
              <a:off x="227898" y="367647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0" name="Google Shape;950;p19"/>
          <p:cNvGrpSpPr/>
          <p:nvPr/>
        </p:nvGrpSpPr>
        <p:grpSpPr>
          <a:xfrm>
            <a:off x="8127871" y="805298"/>
            <a:ext cx="1262644" cy="652339"/>
            <a:chOff x="8413221" y="727348"/>
            <a:chExt cx="1262644" cy="652339"/>
          </a:xfrm>
        </p:grpSpPr>
        <p:sp>
          <p:nvSpPr>
            <p:cNvPr id="951" name="Google Shape;951;p19"/>
            <p:cNvSpPr/>
            <p:nvPr/>
          </p:nvSpPr>
          <p:spPr>
            <a:xfrm>
              <a:off x="8413221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69787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53" name="Google Shape;953;p19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19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0"/>
          <p:cNvSpPr txBox="1"/>
          <p:nvPr>
            <p:ph hasCustomPrompt="1" type="title"/>
          </p:nvPr>
        </p:nvSpPr>
        <p:spPr>
          <a:xfrm>
            <a:off x="1924400" y="613700"/>
            <a:ext cx="4906200" cy="8283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57" name="Google Shape;957;p20"/>
          <p:cNvSpPr txBox="1"/>
          <p:nvPr>
            <p:ph idx="1" type="subTitle"/>
          </p:nvPr>
        </p:nvSpPr>
        <p:spPr>
          <a:xfrm>
            <a:off x="1924400" y="1442001"/>
            <a:ext cx="49062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8" name="Google Shape;958;p20"/>
          <p:cNvSpPr txBox="1"/>
          <p:nvPr>
            <p:ph hasCustomPrompt="1" idx="2" type="title"/>
          </p:nvPr>
        </p:nvSpPr>
        <p:spPr>
          <a:xfrm>
            <a:off x="1924400" y="1910200"/>
            <a:ext cx="4906200" cy="828300"/>
          </a:xfrm>
          <a:prstGeom prst="rect">
            <a:avLst/>
          </a:prstGeom>
          <a:solidFill>
            <a:schemeClr val="accent4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9" name="Google Shape;959;p20"/>
          <p:cNvSpPr txBox="1"/>
          <p:nvPr>
            <p:ph idx="3" type="subTitle"/>
          </p:nvPr>
        </p:nvSpPr>
        <p:spPr>
          <a:xfrm>
            <a:off x="1924400" y="2738500"/>
            <a:ext cx="49062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0" name="Google Shape;960;p20"/>
          <p:cNvSpPr txBox="1"/>
          <p:nvPr>
            <p:ph hasCustomPrompt="1" idx="4" type="title"/>
          </p:nvPr>
        </p:nvSpPr>
        <p:spPr>
          <a:xfrm>
            <a:off x="1924400" y="3206699"/>
            <a:ext cx="4906200" cy="828300"/>
          </a:xfrm>
          <a:prstGeom prst="rect">
            <a:avLst/>
          </a:prstGeom>
          <a:solidFill>
            <a:schemeClr val="accent4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1" name="Google Shape;961;p20"/>
          <p:cNvSpPr txBox="1"/>
          <p:nvPr>
            <p:ph idx="5" type="subTitle"/>
          </p:nvPr>
        </p:nvSpPr>
        <p:spPr>
          <a:xfrm>
            <a:off x="1924400" y="4035000"/>
            <a:ext cx="49062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962" name="Google Shape;962;p20"/>
          <p:cNvGrpSpPr/>
          <p:nvPr/>
        </p:nvGrpSpPr>
        <p:grpSpPr>
          <a:xfrm>
            <a:off x="375950" y="-9175"/>
            <a:ext cx="259800" cy="5165400"/>
            <a:chOff x="375950" y="-9175"/>
            <a:chExt cx="259800" cy="5165400"/>
          </a:xfrm>
        </p:grpSpPr>
        <p:cxnSp>
          <p:nvCxnSpPr>
            <p:cNvPr id="963" name="Google Shape;963;p20"/>
            <p:cNvCxnSpPr/>
            <p:nvPr/>
          </p:nvCxnSpPr>
          <p:spPr>
            <a:xfrm>
              <a:off x="505850" y="-9175"/>
              <a:ext cx="0" cy="516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4" name="Google Shape;964;p20"/>
            <p:cNvSpPr/>
            <p:nvPr/>
          </p:nvSpPr>
          <p:spPr>
            <a:xfrm>
              <a:off x="375950" y="0"/>
              <a:ext cx="259800" cy="403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65" name="Google Shape;965;p20"/>
          <p:cNvGrpSpPr/>
          <p:nvPr/>
        </p:nvGrpSpPr>
        <p:grpSpPr>
          <a:xfrm>
            <a:off x="7227158" y="326425"/>
            <a:ext cx="2221633" cy="1296268"/>
            <a:chOff x="7831046" y="330250"/>
            <a:chExt cx="2221633" cy="1296268"/>
          </a:xfrm>
        </p:grpSpPr>
        <p:sp>
          <p:nvSpPr>
            <p:cNvPr id="966" name="Google Shape;966;p20"/>
            <p:cNvSpPr/>
            <p:nvPr/>
          </p:nvSpPr>
          <p:spPr>
            <a:xfrm>
              <a:off x="9094047" y="1369620"/>
              <a:ext cx="958632" cy="256898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0"/>
            <p:cNvSpPr/>
            <p:nvPr/>
          </p:nvSpPr>
          <p:spPr>
            <a:xfrm>
              <a:off x="7831046" y="330250"/>
              <a:ext cx="657111" cy="176099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970" name="Google Shape;970;p21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21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972" name="Google Shape;972;p21"/>
          <p:cNvGrpSpPr/>
          <p:nvPr/>
        </p:nvGrpSpPr>
        <p:grpSpPr>
          <a:xfrm>
            <a:off x="8221034" y="817073"/>
            <a:ext cx="1523506" cy="546814"/>
            <a:chOff x="8558334" y="696473"/>
            <a:chExt cx="1523506" cy="546814"/>
          </a:xfrm>
        </p:grpSpPr>
        <p:sp>
          <p:nvSpPr>
            <p:cNvPr id="973" name="Google Shape;973;p21"/>
            <p:cNvSpPr/>
            <p:nvPr/>
          </p:nvSpPr>
          <p:spPr>
            <a:xfrm>
              <a:off x="8558334" y="10819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1"/>
            <p:cNvSpPr/>
            <p:nvPr/>
          </p:nvSpPr>
          <p:spPr>
            <a:xfrm>
              <a:off x="9103851" y="696473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5" name="Google Shape;975;p21"/>
          <p:cNvGrpSpPr/>
          <p:nvPr/>
        </p:nvGrpSpPr>
        <p:grpSpPr>
          <a:xfrm>
            <a:off x="-202768" y="3840225"/>
            <a:ext cx="2733508" cy="3023391"/>
            <a:chOff x="-202768" y="3840225"/>
            <a:chExt cx="2733508" cy="3023391"/>
          </a:xfrm>
        </p:grpSpPr>
        <p:grpSp>
          <p:nvGrpSpPr>
            <p:cNvPr id="976" name="Google Shape;976;p21"/>
            <p:cNvGrpSpPr/>
            <p:nvPr/>
          </p:nvGrpSpPr>
          <p:grpSpPr>
            <a:xfrm>
              <a:off x="797357" y="4608495"/>
              <a:ext cx="1163585" cy="2008346"/>
              <a:chOff x="4537475" y="1366675"/>
              <a:chExt cx="1878265" cy="3241882"/>
            </a:xfrm>
          </p:grpSpPr>
          <p:sp>
            <p:nvSpPr>
              <p:cNvPr id="977" name="Google Shape;977;p21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21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21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21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21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21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21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21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21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21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21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21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21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1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1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1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21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1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1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1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1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21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21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1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21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1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21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21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21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21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21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1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21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21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21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21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21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1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1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6" name="Google Shape;1016;p21"/>
            <p:cNvGrpSpPr/>
            <p:nvPr/>
          </p:nvGrpSpPr>
          <p:grpSpPr>
            <a:xfrm>
              <a:off x="-202768" y="4855270"/>
              <a:ext cx="1163585" cy="2008346"/>
              <a:chOff x="4537475" y="1366675"/>
              <a:chExt cx="1878265" cy="3241882"/>
            </a:xfrm>
          </p:grpSpPr>
          <p:sp>
            <p:nvSpPr>
              <p:cNvPr id="1017" name="Google Shape;1017;p21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21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21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21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21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21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21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1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1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1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1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1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1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1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1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1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1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1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1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21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21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1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21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21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21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21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21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21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21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21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21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21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21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21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21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21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21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21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21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6" name="Google Shape;1056;p21"/>
            <p:cNvGrpSpPr/>
            <p:nvPr/>
          </p:nvGrpSpPr>
          <p:grpSpPr>
            <a:xfrm>
              <a:off x="1614501" y="4732765"/>
              <a:ext cx="916239" cy="681891"/>
              <a:chOff x="5951675" y="3577056"/>
              <a:chExt cx="1387821" cy="1032855"/>
            </a:xfrm>
          </p:grpSpPr>
          <p:sp>
            <p:nvSpPr>
              <p:cNvPr id="1057" name="Google Shape;1057;p21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21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9" name="Google Shape;1059;p21"/>
            <p:cNvSpPr/>
            <p:nvPr/>
          </p:nvSpPr>
          <p:spPr>
            <a:xfrm>
              <a:off x="237898" y="384022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22"/>
          <p:cNvSpPr txBox="1"/>
          <p:nvPr>
            <p:ph type="ctrTitle"/>
          </p:nvPr>
        </p:nvSpPr>
        <p:spPr>
          <a:xfrm>
            <a:off x="752600" y="793375"/>
            <a:ext cx="43794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62" name="Google Shape;1062;p22"/>
          <p:cNvSpPr txBox="1"/>
          <p:nvPr>
            <p:ph idx="1" type="subTitle"/>
          </p:nvPr>
        </p:nvSpPr>
        <p:spPr>
          <a:xfrm>
            <a:off x="752598" y="1700400"/>
            <a:ext cx="4379400" cy="8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63" name="Google Shape;1063;p22"/>
          <p:cNvSpPr txBox="1"/>
          <p:nvPr/>
        </p:nvSpPr>
        <p:spPr>
          <a:xfrm>
            <a:off x="715101" y="3563450"/>
            <a:ext cx="458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64" name="Google Shape;1064;p22"/>
          <p:cNvGrpSpPr/>
          <p:nvPr/>
        </p:nvGrpSpPr>
        <p:grpSpPr>
          <a:xfrm>
            <a:off x="375950" y="-9175"/>
            <a:ext cx="259800" cy="5165400"/>
            <a:chOff x="375950" y="-9175"/>
            <a:chExt cx="259800" cy="5165400"/>
          </a:xfrm>
        </p:grpSpPr>
        <p:cxnSp>
          <p:nvCxnSpPr>
            <p:cNvPr id="1065" name="Google Shape;1065;p22"/>
            <p:cNvCxnSpPr/>
            <p:nvPr/>
          </p:nvCxnSpPr>
          <p:spPr>
            <a:xfrm>
              <a:off x="505850" y="-9175"/>
              <a:ext cx="0" cy="516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6" name="Google Shape;1066;p22"/>
            <p:cNvSpPr/>
            <p:nvPr/>
          </p:nvSpPr>
          <p:spPr>
            <a:xfrm>
              <a:off x="375950" y="0"/>
              <a:ext cx="259800" cy="195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8" name="Google Shape;1068;p23"/>
          <p:cNvGrpSpPr/>
          <p:nvPr/>
        </p:nvGrpSpPr>
        <p:grpSpPr>
          <a:xfrm>
            <a:off x="6414926" y="3696850"/>
            <a:ext cx="2865735" cy="2654708"/>
            <a:chOff x="6414926" y="3696850"/>
            <a:chExt cx="2865735" cy="2654708"/>
          </a:xfrm>
        </p:grpSpPr>
        <p:grpSp>
          <p:nvGrpSpPr>
            <p:cNvPr id="1069" name="Google Shape;1069;p23"/>
            <p:cNvGrpSpPr/>
            <p:nvPr/>
          </p:nvGrpSpPr>
          <p:grpSpPr>
            <a:xfrm>
              <a:off x="7148332" y="4200032"/>
              <a:ext cx="1163585" cy="2008346"/>
              <a:chOff x="4537475" y="1366675"/>
              <a:chExt cx="1878265" cy="3241882"/>
            </a:xfrm>
          </p:grpSpPr>
          <p:sp>
            <p:nvSpPr>
              <p:cNvPr id="1070" name="Google Shape;1070;p23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3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3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3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3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3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3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3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3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3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3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3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3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3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3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3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3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3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3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3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3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3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3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3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3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3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3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3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3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3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3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3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3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3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23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3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3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3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3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9" name="Google Shape;1109;p23"/>
            <p:cNvGrpSpPr/>
            <p:nvPr/>
          </p:nvGrpSpPr>
          <p:grpSpPr>
            <a:xfrm>
              <a:off x="8141897" y="4495880"/>
              <a:ext cx="1138764" cy="1855677"/>
              <a:chOff x="525125" y="1486050"/>
              <a:chExt cx="2124163" cy="3461439"/>
            </a:xfrm>
          </p:grpSpPr>
          <p:sp>
            <p:nvSpPr>
              <p:cNvPr id="1110" name="Google Shape;1110;p23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3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3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3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3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3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23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23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3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3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3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3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23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3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23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3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3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3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23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3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23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23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3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23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23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23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23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3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3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23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3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3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23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3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44" name="Google Shape;1144;p23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145" name="Google Shape;1145;p23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6" name="Google Shape;1146;p23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47" name="Google Shape;1147;p23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148" name="Google Shape;1148;p23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9" name="Google Shape;1149;p23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150" name="Google Shape;1150;p23"/>
            <p:cNvGrpSpPr/>
            <p:nvPr/>
          </p:nvGrpSpPr>
          <p:grpSpPr>
            <a:xfrm>
              <a:off x="6414926" y="4682015"/>
              <a:ext cx="916239" cy="681891"/>
              <a:chOff x="5951675" y="3577056"/>
              <a:chExt cx="1387821" cy="1032855"/>
            </a:xfrm>
          </p:grpSpPr>
          <p:sp>
            <p:nvSpPr>
              <p:cNvPr id="1151" name="Google Shape;1151;p23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3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3" name="Google Shape;1153;p23"/>
            <p:cNvSpPr/>
            <p:nvPr/>
          </p:nvSpPr>
          <p:spPr>
            <a:xfrm>
              <a:off x="8529298" y="369685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4" name="Google Shape;1154;p23"/>
          <p:cNvGrpSpPr/>
          <p:nvPr/>
        </p:nvGrpSpPr>
        <p:grpSpPr>
          <a:xfrm>
            <a:off x="-276724" y="817085"/>
            <a:ext cx="1409242" cy="535527"/>
            <a:chOff x="8277201" y="696485"/>
            <a:chExt cx="1409242" cy="535527"/>
          </a:xfrm>
        </p:grpSpPr>
        <p:sp>
          <p:nvSpPr>
            <p:cNvPr id="1155" name="Google Shape;1155;p23"/>
            <p:cNvSpPr/>
            <p:nvPr/>
          </p:nvSpPr>
          <p:spPr>
            <a:xfrm>
              <a:off x="9084384" y="107066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3"/>
            <p:cNvSpPr/>
            <p:nvPr/>
          </p:nvSpPr>
          <p:spPr>
            <a:xfrm>
              <a:off x="8277201" y="696485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Google Shape;1158;p24"/>
          <p:cNvGrpSpPr/>
          <p:nvPr/>
        </p:nvGrpSpPr>
        <p:grpSpPr>
          <a:xfrm>
            <a:off x="8233126" y="918517"/>
            <a:ext cx="1116017" cy="693194"/>
            <a:chOff x="8570426" y="797917"/>
            <a:chExt cx="1116017" cy="693194"/>
          </a:xfrm>
        </p:grpSpPr>
        <p:sp>
          <p:nvSpPr>
            <p:cNvPr id="1159" name="Google Shape;1159;p24"/>
            <p:cNvSpPr/>
            <p:nvPr/>
          </p:nvSpPr>
          <p:spPr>
            <a:xfrm>
              <a:off x="9084384" y="79791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4"/>
            <p:cNvSpPr/>
            <p:nvPr/>
          </p:nvSpPr>
          <p:spPr>
            <a:xfrm>
              <a:off x="8570426" y="1228335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1" name="Google Shape;1161;p24"/>
          <p:cNvGrpSpPr/>
          <p:nvPr/>
        </p:nvGrpSpPr>
        <p:grpSpPr>
          <a:xfrm>
            <a:off x="-423653" y="3465700"/>
            <a:ext cx="3308969" cy="2555658"/>
            <a:chOff x="-423653" y="3465700"/>
            <a:chExt cx="3308969" cy="2555658"/>
          </a:xfrm>
        </p:grpSpPr>
        <p:grpSp>
          <p:nvGrpSpPr>
            <p:cNvPr id="1162" name="Google Shape;1162;p24"/>
            <p:cNvGrpSpPr/>
            <p:nvPr/>
          </p:nvGrpSpPr>
          <p:grpSpPr>
            <a:xfrm>
              <a:off x="1969076" y="4608490"/>
              <a:ext cx="916239" cy="681891"/>
              <a:chOff x="5951675" y="3577056"/>
              <a:chExt cx="1387821" cy="1032855"/>
            </a:xfrm>
          </p:grpSpPr>
          <p:sp>
            <p:nvSpPr>
              <p:cNvPr id="1163" name="Google Shape;1163;p24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4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5" name="Google Shape;1165;p24"/>
            <p:cNvGrpSpPr/>
            <p:nvPr/>
          </p:nvGrpSpPr>
          <p:grpSpPr>
            <a:xfrm flipH="1">
              <a:off x="-423653" y="4165680"/>
              <a:ext cx="1138764" cy="1855677"/>
              <a:chOff x="525125" y="1486050"/>
              <a:chExt cx="2124163" cy="3461439"/>
            </a:xfrm>
          </p:grpSpPr>
          <p:sp>
            <p:nvSpPr>
              <p:cNvPr id="1166" name="Google Shape;1166;p24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4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4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4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4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4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4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4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24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4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4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24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4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24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24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4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24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24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4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24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24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24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24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24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24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4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00" name="Google Shape;1200;p24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201" name="Google Shape;1201;p24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2" name="Google Shape;1202;p24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3" name="Google Shape;1203;p24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204" name="Google Shape;1204;p24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24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06" name="Google Shape;1206;p24"/>
            <p:cNvGrpSpPr/>
            <p:nvPr/>
          </p:nvGrpSpPr>
          <p:grpSpPr>
            <a:xfrm flipH="1">
              <a:off x="415695" y="4542586"/>
              <a:ext cx="1753484" cy="1361026"/>
              <a:chOff x="3654620" y="3548886"/>
              <a:chExt cx="1753484" cy="1361026"/>
            </a:xfrm>
          </p:grpSpPr>
          <p:sp>
            <p:nvSpPr>
              <p:cNvPr id="1207" name="Google Shape;1207;p24"/>
              <p:cNvSpPr/>
              <p:nvPr/>
            </p:nvSpPr>
            <p:spPr>
              <a:xfrm>
                <a:off x="4298755" y="3957848"/>
                <a:ext cx="1059784" cy="945459"/>
              </a:xfrm>
              <a:custGeom>
                <a:rect b="b" l="l" r="r" t="t"/>
                <a:pathLst>
                  <a:path extrusionOk="0" h="20129" w="22563">
                    <a:moveTo>
                      <a:pt x="1" y="1"/>
                    </a:moveTo>
                    <a:lnTo>
                      <a:pt x="1" y="20129"/>
                    </a:lnTo>
                    <a:lnTo>
                      <a:pt x="22563" y="20129"/>
                    </a:lnTo>
                    <a:lnTo>
                      <a:pt x="225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3698583" y="3609664"/>
                <a:ext cx="600230" cy="1293648"/>
              </a:xfrm>
              <a:custGeom>
                <a:rect b="b" l="l" r="r" t="t"/>
                <a:pathLst>
                  <a:path extrusionOk="0" h="27542" w="12779">
                    <a:moveTo>
                      <a:pt x="12547" y="7414"/>
                    </a:moveTo>
                    <a:lnTo>
                      <a:pt x="6330" y="1"/>
                    </a:lnTo>
                    <a:lnTo>
                      <a:pt x="0" y="7385"/>
                    </a:lnTo>
                    <a:lnTo>
                      <a:pt x="0" y="27542"/>
                    </a:lnTo>
                    <a:lnTo>
                      <a:pt x="12779" y="27542"/>
                    </a:lnTo>
                    <a:lnTo>
                      <a:pt x="12779" y="74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3876267" y="3935725"/>
                <a:ext cx="242177" cy="242177"/>
              </a:xfrm>
              <a:custGeom>
                <a:rect b="b" l="l" r="r" t="t"/>
                <a:pathLst>
                  <a:path extrusionOk="0" h="5156" w="5156">
                    <a:moveTo>
                      <a:pt x="2575" y="5155"/>
                    </a:moveTo>
                    <a:cubicBezTo>
                      <a:pt x="3981" y="5155"/>
                      <a:pt x="5156" y="3988"/>
                      <a:pt x="5156" y="2581"/>
                    </a:cubicBezTo>
                    <a:cubicBezTo>
                      <a:pt x="5156" y="1147"/>
                      <a:pt x="3981" y="0"/>
                      <a:pt x="2575" y="0"/>
                    </a:cubicBezTo>
                    <a:cubicBezTo>
                      <a:pt x="1168" y="0"/>
                      <a:pt x="1" y="1147"/>
                      <a:pt x="1" y="2581"/>
                    </a:cubicBezTo>
                    <a:cubicBezTo>
                      <a:pt x="1" y="3988"/>
                      <a:pt x="1168" y="5155"/>
                      <a:pt x="2575" y="51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3894116" y="3935725"/>
                <a:ext cx="224329" cy="240862"/>
              </a:xfrm>
              <a:custGeom>
                <a:rect b="b" l="l" r="r" t="t"/>
                <a:pathLst>
                  <a:path extrusionOk="0" h="5128" w="4776">
                    <a:moveTo>
                      <a:pt x="2406" y="0"/>
                    </a:moveTo>
                    <a:cubicBezTo>
                      <a:pt x="3721" y="92"/>
                      <a:pt x="4776" y="1203"/>
                      <a:pt x="4776" y="2581"/>
                    </a:cubicBezTo>
                    <a:cubicBezTo>
                      <a:pt x="4776" y="3925"/>
                      <a:pt x="3721" y="5043"/>
                      <a:pt x="2406" y="5127"/>
                    </a:cubicBezTo>
                    <a:cubicBezTo>
                      <a:pt x="1055" y="5043"/>
                      <a:pt x="1" y="3925"/>
                      <a:pt x="1" y="2581"/>
                    </a:cubicBezTo>
                    <a:cubicBezTo>
                      <a:pt x="1" y="1203"/>
                      <a:pt x="1055" y="92"/>
                      <a:pt x="2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3909334" y="3943992"/>
                <a:ext cx="170501" cy="205165"/>
              </a:xfrm>
              <a:custGeom>
                <a:rect b="b" l="l" r="r" t="t"/>
                <a:pathLst>
                  <a:path extrusionOk="0" h="4368" w="3630">
                    <a:moveTo>
                      <a:pt x="2813" y="0"/>
                    </a:moveTo>
                    <a:cubicBezTo>
                      <a:pt x="3102" y="120"/>
                      <a:pt x="3397" y="296"/>
                      <a:pt x="3629" y="499"/>
                    </a:cubicBezTo>
                    <a:lnTo>
                      <a:pt x="612" y="4368"/>
                    </a:lnTo>
                    <a:cubicBezTo>
                      <a:pt x="352" y="4164"/>
                      <a:pt x="148" y="3896"/>
                      <a:pt x="0" y="3608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3965791" y="3993545"/>
                <a:ext cx="144433" cy="180412"/>
              </a:xfrm>
              <a:custGeom>
                <a:rect b="b" l="l" r="r" t="t"/>
                <a:pathLst>
                  <a:path extrusionOk="0" h="3841" w="3075">
                    <a:moveTo>
                      <a:pt x="2870" y="0"/>
                    </a:moveTo>
                    <a:cubicBezTo>
                      <a:pt x="2955" y="120"/>
                      <a:pt x="3018" y="267"/>
                      <a:pt x="3074" y="380"/>
                    </a:cubicBezTo>
                    <a:lnTo>
                      <a:pt x="380" y="3840"/>
                    </a:lnTo>
                    <a:cubicBezTo>
                      <a:pt x="233" y="3784"/>
                      <a:pt x="113" y="3749"/>
                      <a:pt x="1" y="3692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3654620" y="3548886"/>
                <a:ext cx="1753484" cy="409015"/>
              </a:xfrm>
              <a:custGeom>
                <a:rect b="b" l="l" r="r" t="t"/>
                <a:pathLst>
                  <a:path extrusionOk="0" h="8708" w="37332">
                    <a:moveTo>
                      <a:pt x="1" y="8152"/>
                    </a:moveTo>
                    <a:lnTo>
                      <a:pt x="6942" y="1"/>
                    </a:lnTo>
                    <a:lnTo>
                      <a:pt x="30446" y="1"/>
                    </a:lnTo>
                    <a:lnTo>
                      <a:pt x="37332" y="8061"/>
                    </a:lnTo>
                    <a:lnTo>
                      <a:pt x="36776" y="8708"/>
                    </a:lnTo>
                    <a:lnTo>
                      <a:pt x="13483" y="8708"/>
                    </a:lnTo>
                    <a:lnTo>
                      <a:pt x="7266" y="1295"/>
                    </a:lnTo>
                    <a:lnTo>
                      <a:pt x="908" y="8708"/>
                    </a:lnTo>
                    <a:lnTo>
                      <a:pt x="380" y="87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3980680" y="3556495"/>
                <a:ext cx="1427418" cy="409015"/>
              </a:xfrm>
              <a:custGeom>
                <a:rect b="b" l="l" r="r" t="t"/>
                <a:pathLst>
                  <a:path extrusionOk="0" h="8708" w="30390">
                    <a:moveTo>
                      <a:pt x="0" y="1"/>
                    </a:moveTo>
                    <a:lnTo>
                      <a:pt x="23504" y="1"/>
                    </a:lnTo>
                    <a:lnTo>
                      <a:pt x="30390" y="8061"/>
                    </a:lnTo>
                    <a:lnTo>
                      <a:pt x="29834" y="8708"/>
                    </a:lnTo>
                    <a:lnTo>
                      <a:pt x="7385" y="8708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4287858" y="3927459"/>
                <a:ext cx="1120235" cy="30437"/>
              </a:xfrm>
              <a:custGeom>
                <a:rect b="b" l="l" r="r" t="t"/>
                <a:pathLst>
                  <a:path extrusionOk="0" h="648" w="23850">
                    <a:moveTo>
                      <a:pt x="23850" y="1"/>
                    </a:moveTo>
                    <a:lnTo>
                      <a:pt x="23294" y="648"/>
                    </a:lnTo>
                    <a:lnTo>
                      <a:pt x="1" y="648"/>
                    </a:ln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3672468" y="3595808"/>
                <a:ext cx="323435" cy="362092"/>
              </a:xfrm>
              <a:custGeom>
                <a:rect b="b" l="l" r="r" t="t"/>
                <a:pathLst>
                  <a:path extrusionOk="0" h="7709" w="6886">
                    <a:moveTo>
                      <a:pt x="6654" y="0"/>
                    </a:moveTo>
                    <a:lnTo>
                      <a:pt x="0" y="7709"/>
                    </a:lnTo>
                    <a:lnTo>
                      <a:pt x="528" y="7709"/>
                    </a:lnTo>
                    <a:lnTo>
                      <a:pt x="6886" y="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4410118" y="4095280"/>
                <a:ext cx="323764" cy="235555"/>
              </a:xfrm>
              <a:custGeom>
                <a:rect b="b" l="l" r="r" t="t"/>
                <a:pathLst>
                  <a:path extrusionOk="0" h="5015" w="6893">
                    <a:moveTo>
                      <a:pt x="0" y="5015"/>
                    </a:moveTo>
                    <a:lnTo>
                      <a:pt x="6892" y="5015"/>
                    </a:lnTo>
                    <a:lnTo>
                      <a:pt x="68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24"/>
              <p:cNvSpPr/>
              <p:nvPr/>
            </p:nvSpPr>
            <p:spPr>
              <a:xfrm>
                <a:off x="4410118" y="4095280"/>
                <a:ext cx="300326" cy="235555"/>
              </a:xfrm>
              <a:custGeom>
                <a:rect b="b" l="l" r="r" t="t"/>
                <a:pathLst>
                  <a:path extrusionOk="0" h="5015" w="6394">
                    <a:moveTo>
                      <a:pt x="0" y="5015"/>
                    </a:moveTo>
                    <a:lnTo>
                      <a:pt x="6393" y="5015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24"/>
              <p:cNvSpPr/>
              <p:nvPr/>
            </p:nvSpPr>
            <p:spPr>
              <a:xfrm>
                <a:off x="4553468" y="4095280"/>
                <a:ext cx="13574" cy="235555"/>
              </a:xfrm>
              <a:custGeom>
                <a:rect b="b" l="l" r="r" t="t"/>
                <a:pathLst>
                  <a:path extrusionOk="0" h="5015" w="289">
                    <a:moveTo>
                      <a:pt x="0" y="5015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89" y="50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4696489" y="4095280"/>
                <a:ext cx="13950" cy="235555"/>
              </a:xfrm>
              <a:custGeom>
                <a:rect b="b" l="l" r="r" t="t"/>
                <a:pathLst>
                  <a:path extrusionOk="0" h="5015" w="297">
                    <a:moveTo>
                      <a:pt x="1" y="5015"/>
                    </a:moveTo>
                    <a:lnTo>
                      <a:pt x="296" y="5015"/>
                    </a:lnTo>
                    <a:lnTo>
                      <a:pt x="29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4410118" y="4205611"/>
                <a:ext cx="300326" cy="15218"/>
              </a:xfrm>
              <a:custGeom>
                <a:rect b="b" l="l" r="r" t="t"/>
                <a:pathLst>
                  <a:path extrusionOk="0" h="324" w="6394">
                    <a:moveTo>
                      <a:pt x="0" y="324"/>
                    </a:moveTo>
                    <a:lnTo>
                      <a:pt x="6393" y="324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4436515" y="4254271"/>
                <a:ext cx="47956" cy="51808"/>
              </a:xfrm>
              <a:custGeom>
                <a:rect b="b" l="l" r="r" t="t"/>
                <a:pathLst>
                  <a:path extrusionOk="0" h="1103" w="1021">
                    <a:moveTo>
                      <a:pt x="935" y="1"/>
                    </a:moveTo>
                    <a:cubicBezTo>
                      <a:pt x="913" y="1"/>
                      <a:pt x="896" y="14"/>
                      <a:pt x="880" y="47"/>
                    </a:cubicBezTo>
                    <a:lnTo>
                      <a:pt x="29" y="983"/>
                    </a:lnTo>
                    <a:cubicBezTo>
                      <a:pt x="1" y="1011"/>
                      <a:pt x="1" y="1074"/>
                      <a:pt x="29" y="1102"/>
                    </a:cubicBezTo>
                    <a:lnTo>
                      <a:pt x="85" y="1102"/>
                    </a:lnTo>
                    <a:cubicBezTo>
                      <a:pt x="113" y="1102"/>
                      <a:pt x="141" y="1102"/>
                      <a:pt x="141" y="1074"/>
                    </a:cubicBezTo>
                    <a:lnTo>
                      <a:pt x="992" y="132"/>
                    </a:lnTo>
                    <a:cubicBezTo>
                      <a:pt x="1020" y="104"/>
                      <a:pt x="1020" y="47"/>
                      <a:pt x="992" y="19"/>
                    </a:cubicBezTo>
                    <a:cubicBezTo>
                      <a:pt x="969" y="8"/>
                      <a:pt x="951" y="1"/>
                      <a:pt x="935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4476157" y="4241730"/>
                <a:ext cx="46970" cy="51808"/>
              </a:xfrm>
              <a:custGeom>
                <a:rect b="b" l="l" r="r" t="t"/>
                <a:pathLst>
                  <a:path extrusionOk="0" h="1103" w="1000">
                    <a:moveTo>
                      <a:pt x="923" y="0"/>
                    </a:moveTo>
                    <a:cubicBezTo>
                      <a:pt x="897" y="0"/>
                      <a:pt x="868" y="14"/>
                      <a:pt x="852" y="47"/>
                    </a:cubicBezTo>
                    <a:lnTo>
                      <a:pt x="36" y="990"/>
                    </a:lnTo>
                    <a:cubicBezTo>
                      <a:pt x="1" y="1018"/>
                      <a:pt x="1" y="1074"/>
                      <a:pt x="36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8" y="1074"/>
                    </a:cubicBezTo>
                    <a:lnTo>
                      <a:pt x="971" y="139"/>
                    </a:lnTo>
                    <a:cubicBezTo>
                      <a:pt x="999" y="110"/>
                      <a:pt x="999" y="47"/>
                      <a:pt x="971" y="19"/>
                    </a:cubicBezTo>
                    <a:cubicBezTo>
                      <a:pt x="960" y="7"/>
                      <a:pt x="942" y="0"/>
                      <a:pt x="923" y="0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4611287" y="4131587"/>
                <a:ext cx="48238" cy="51949"/>
              </a:xfrm>
              <a:custGeom>
                <a:rect b="b" l="l" r="r" t="t"/>
                <a:pathLst>
                  <a:path extrusionOk="0" h="1106" w="1027">
                    <a:moveTo>
                      <a:pt x="936" y="1"/>
                    </a:moveTo>
                    <a:cubicBezTo>
                      <a:pt x="914" y="1"/>
                      <a:pt x="893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6" y="1077"/>
                    </a:cubicBezTo>
                    <a:lnTo>
                      <a:pt x="85" y="1105"/>
                    </a:lnTo>
                    <a:cubicBezTo>
                      <a:pt x="113" y="1105"/>
                      <a:pt x="148" y="1077"/>
                      <a:pt x="148" y="1077"/>
                    </a:cubicBezTo>
                    <a:lnTo>
                      <a:pt x="992" y="142"/>
                    </a:lnTo>
                    <a:cubicBezTo>
                      <a:pt x="1027" y="106"/>
                      <a:pt x="1027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3900878" y="4389919"/>
                <a:ext cx="228650" cy="513382"/>
              </a:xfrm>
              <a:custGeom>
                <a:rect b="b" l="l" r="r" t="t"/>
                <a:pathLst>
                  <a:path extrusionOk="0" h="10930" w="4868">
                    <a:moveTo>
                      <a:pt x="1" y="10930"/>
                    </a:moveTo>
                    <a:lnTo>
                      <a:pt x="4868" y="10930"/>
                    </a:lnTo>
                    <a:lnTo>
                      <a:pt x="48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3924505" y="4389919"/>
                <a:ext cx="202206" cy="513382"/>
              </a:xfrm>
              <a:custGeom>
                <a:rect b="b" l="l" r="r" t="t"/>
                <a:pathLst>
                  <a:path extrusionOk="0" h="10930" w="4305">
                    <a:moveTo>
                      <a:pt x="1" y="10930"/>
                    </a:moveTo>
                    <a:lnTo>
                      <a:pt x="4305" y="10930"/>
                    </a:lnTo>
                    <a:lnTo>
                      <a:pt x="43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3949304" y="4414718"/>
                <a:ext cx="136119" cy="50915"/>
              </a:xfrm>
              <a:custGeom>
                <a:rect b="b" l="l" r="r" t="t"/>
                <a:pathLst>
                  <a:path extrusionOk="0" h="1084" w="2898">
                    <a:moveTo>
                      <a:pt x="0" y="1083"/>
                    </a:moveTo>
                    <a:lnTo>
                      <a:pt x="2898" y="1083"/>
                    </a:lnTo>
                    <a:lnTo>
                      <a:pt x="28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3878945" y="4354269"/>
                <a:ext cx="265615" cy="35697"/>
              </a:xfrm>
              <a:custGeom>
                <a:rect b="b" l="l" r="r" t="t"/>
                <a:pathLst>
                  <a:path extrusionOk="0" h="760" w="5655">
                    <a:moveTo>
                      <a:pt x="0" y="0"/>
                    </a:moveTo>
                    <a:lnTo>
                      <a:pt x="5655" y="0"/>
                    </a:lnTo>
                    <a:lnTo>
                      <a:pt x="5655" y="760"/>
                    </a:lnTo>
                    <a:lnTo>
                      <a:pt x="0" y="7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3902382" y="4772437"/>
                <a:ext cx="224329" cy="130858"/>
              </a:xfrm>
              <a:custGeom>
                <a:rect b="b" l="l" r="r" t="t"/>
                <a:pathLst>
                  <a:path extrusionOk="0" h="2786" w="4776">
                    <a:moveTo>
                      <a:pt x="0" y="2786"/>
                    </a:moveTo>
                    <a:lnTo>
                      <a:pt x="4776" y="2786"/>
                    </a:lnTo>
                    <a:lnTo>
                      <a:pt x="47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3793696" y="4859333"/>
                <a:ext cx="199565" cy="50579"/>
              </a:xfrm>
              <a:custGeom>
                <a:rect b="b" l="l" r="r" t="t"/>
                <a:pathLst>
                  <a:path extrusionOk="0" h="936" w="4249">
                    <a:moveTo>
                      <a:pt x="1027" y="0"/>
                    </a:moveTo>
                    <a:lnTo>
                      <a:pt x="1027" y="0"/>
                    </a:lnTo>
                    <a:lnTo>
                      <a:pt x="1" y="0"/>
                    </a:lnTo>
                    <a:lnTo>
                      <a:pt x="1" y="936"/>
                    </a:lnTo>
                    <a:lnTo>
                      <a:pt x="4248" y="936"/>
                    </a:lnTo>
                    <a:lnTo>
                      <a:pt x="4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3841933" y="4818044"/>
                <a:ext cx="188350" cy="41334"/>
              </a:xfrm>
              <a:custGeom>
                <a:rect b="b" l="l" r="r" t="t"/>
                <a:pathLst>
                  <a:path extrusionOk="0" h="880" w="4010">
                    <a:moveTo>
                      <a:pt x="0" y="0"/>
                    </a:moveTo>
                    <a:lnTo>
                      <a:pt x="0" y="879"/>
                    </a:lnTo>
                    <a:lnTo>
                      <a:pt x="4009" y="879"/>
                    </a:lnTo>
                    <a:lnTo>
                      <a:pt x="4009" y="0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3880260" y="4772437"/>
                <a:ext cx="198213" cy="45655"/>
              </a:xfrm>
              <a:custGeom>
                <a:rect b="b" l="l" r="r" t="t"/>
                <a:pathLst>
                  <a:path extrusionOk="0" h="972" w="4220">
                    <a:moveTo>
                      <a:pt x="0" y="971"/>
                    </a:moveTo>
                    <a:lnTo>
                      <a:pt x="4220" y="971"/>
                    </a:lnTo>
                    <a:lnTo>
                      <a:pt x="422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4068841" y="4596396"/>
                <a:ext cx="38703" cy="38703"/>
              </a:xfrm>
              <a:custGeom>
                <a:rect b="b" l="l" r="r" t="t"/>
                <a:pathLst>
                  <a:path extrusionOk="0" h="824" w="824">
                    <a:moveTo>
                      <a:pt x="824" y="408"/>
                    </a:moveTo>
                    <a:cubicBezTo>
                      <a:pt x="824" y="619"/>
                      <a:pt x="648" y="823"/>
                      <a:pt x="409" y="823"/>
                    </a:cubicBezTo>
                    <a:cubicBezTo>
                      <a:pt x="177" y="823"/>
                      <a:pt x="1" y="619"/>
                      <a:pt x="1" y="408"/>
                    </a:cubicBezTo>
                    <a:cubicBezTo>
                      <a:pt x="1" y="176"/>
                      <a:pt x="177" y="0"/>
                      <a:pt x="409" y="0"/>
                    </a:cubicBezTo>
                    <a:cubicBezTo>
                      <a:pt x="648" y="0"/>
                      <a:pt x="824" y="176"/>
                      <a:pt x="824" y="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4417023" y="4438156"/>
                <a:ext cx="315216" cy="229965"/>
              </a:xfrm>
              <a:custGeom>
                <a:rect b="b" l="l" r="r" t="t"/>
                <a:pathLst>
                  <a:path extrusionOk="0" h="4896" w="6711">
                    <a:moveTo>
                      <a:pt x="1" y="4895"/>
                    </a:moveTo>
                    <a:lnTo>
                      <a:pt x="6710" y="4895"/>
                    </a:lnTo>
                    <a:lnTo>
                      <a:pt x="671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4417023" y="4438156"/>
                <a:ext cx="293422" cy="229965"/>
              </a:xfrm>
              <a:custGeom>
                <a:rect b="b" l="l" r="r" t="t"/>
                <a:pathLst>
                  <a:path extrusionOk="0" h="4896" w="6247">
                    <a:moveTo>
                      <a:pt x="1" y="4895"/>
                    </a:moveTo>
                    <a:lnTo>
                      <a:pt x="6246" y="4895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4557413" y="4438156"/>
                <a:ext cx="12588" cy="229965"/>
              </a:xfrm>
              <a:custGeom>
                <a:rect b="b" l="l" r="r" t="t"/>
                <a:pathLst>
                  <a:path extrusionOk="0" h="4896" w="268">
                    <a:moveTo>
                      <a:pt x="1" y="4895"/>
                    </a:moveTo>
                    <a:lnTo>
                      <a:pt x="1" y="0"/>
                    </a:lnTo>
                    <a:lnTo>
                      <a:pt x="268" y="0"/>
                    </a:lnTo>
                    <a:lnTo>
                      <a:pt x="268" y="48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4695174" y="4438156"/>
                <a:ext cx="15265" cy="229965"/>
              </a:xfrm>
              <a:custGeom>
                <a:rect b="b" l="l" r="r" t="t"/>
                <a:pathLst>
                  <a:path extrusionOk="0" h="4896" w="325">
                    <a:moveTo>
                      <a:pt x="1" y="4895"/>
                    </a:moveTo>
                    <a:lnTo>
                      <a:pt x="324" y="4895"/>
                    </a:lnTo>
                    <a:lnTo>
                      <a:pt x="32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4417023" y="4545528"/>
                <a:ext cx="293422" cy="13903"/>
              </a:xfrm>
              <a:custGeom>
                <a:rect b="b" l="l" r="r" t="t"/>
                <a:pathLst>
                  <a:path extrusionOk="0" h="296" w="6247">
                    <a:moveTo>
                      <a:pt x="1" y="296"/>
                    </a:moveTo>
                    <a:lnTo>
                      <a:pt x="6246" y="296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4459624" y="4475544"/>
                <a:ext cx="45655" cy="50869"/>
              </a:xfrm>
              <a:custGeom>
                <a:rect b="b" l="l" r="r" t="t"/>
                <a:pathLst>
                  <a:path extrusionOk="0" h="1083" w="972">
                    <a:moveTo>
                      <a:pt x="884" y="1"/>
                    </a:moveTo>
                    <a:cubicBezTo>
                      <a:pt x="861" y="1"/>
                      <a:pt x="838" y="10"/>
                      <a:pt x="824" y="27"/>
                    </a:cubicBezTo>
                    <a:lnTo>
                      <a:pt x="36" y="935"/>
                    </a:lnTo>
                    <a:cubicBezTo>
                      <a:pt x="1" y="963"/>
                      <a:pt x="1" y="1019"/>
                      <a:pt x="36" y="1047"/>
                    </a:cubicBezTo>
                    <a:cubicBezTo>
                      <a:pt x="36" y="1047"/>
                      <a:pt x="64" y="1082"/>
                      <a:pt x="92" y="1082"/>
                    </a:cubicBezTo>
                    <a:cubicBezTo>
                      <a:pt x="92" y="1082"/>
                      <a:pt x="121" y="1047"/>
                      <a:pt x="149" y="1047"/>
                    </a:cubicBezTo>
                    <a:lnTo>
                      <a:pt x="943" y="112"/>
                    </a:lnTo>
                    <a:cubicBezTo>
                      <a:pt x="972" y="84"/>
                      <a:pt x="972" y="55"/>
                      <a:pt x="943" y="27"/>
                    </a:cubicBezTo>
                    <a:cubicBezTo>
                      <a:pt x="929" y="10"/>
                      <a:pt x="906" y="1"/>
                      <a:pt x="884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4626458" y="4578876"/>
                <a:ext cx="46641" cy="50587"/>
              </a:xfrm>
              <a:custGeom>
                <a:rect b="b" l="l" r="r" t="t"/>
                <a:pathLst>
                  <a:path extrusionOk="0" h="1077" w="993">
                    <a:moveTo>
                      <a:pt x="907" y="1"/>
                    </a:moveTo>
                    <a:cubicBezTo>
                      <a:pt x="885" y="1"/>
                      <a:pt x="862" y="8"/>
                      <a:pt x="845" y="22"/>
                    </a:cubicBezTo>
                    <a:lnTo>
                      <a:pt x="29" y="929"/>
                    </a:lnTo>
                    <a:cubicBezTo>
                      <a:pt x="1" y="957"/>
                      <a:pt x="29" y="1020"/>
                      <a:pt x="57" y="1048"/>
                    </a:cubicBezTo>
                    <a:lnTo>
                      <a:pt x="85" y="1077"/>
                    </a:lnTo>
                    <a:cubicBezTo>
                      <a:pt x="113" y="1077"/>
                      <a:pt x="141" y="1048"/>
                      <a:pt x="141" y="1048"/>
                    </a:cubicBezTo>
                    <a:lnTo>
                      <a:pt x="964" y="113"/>
                    </a:lnTo>
                    <a:cubicBezTo>
                      <a:pt x="992" y="78"/>
                      <a:pt x="992" y="50"/>
                      <a:pt x="964" y="22"/>
                    </a:cubicBezTo>
                    <a:cubicBezTo>
                      <a:pt x="950" y="8"/>
                      <a:pt x="929" y="1"/>
                      <a:pt x="907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4594754" y="4589773"/>
                <a:ext cx="45279" cy="50587"/>
              </a:xfrm>
              <a:custGeom>
                <a:rect b="b" l="l" r="r" t="t"/>
                <a:pathLst>
                  <a:path extrusionOk="0" h="1077" w="964">
                    <a:moveTo>
                      <a:pt x="894" y="1"/>
                    </a:moveTo>
                    <a:cubicBezTo>
                      <a:pt x="880" y="1"/>
                      <a:pt x="866" y="8"/>
                      <a:pt x="851" y="22"/>
                    </a:cubicBezTo>
                    <a:lnTo>
                      <a:pt x="29" y="964"/>
                    </a:lnTo>
                    <a:cubicBezTo>
                      <a:pt x="0" y="992"/>
                      <a:pt x="0" y="1020"/>
                      <a:pt x="29" y="1048"/>
                    </a:cubicBezTo>
                    <a:cubicBezTo>
                      <a:pt x="29" y="1077"/>
                      <a:pt x="57" y="1077"/>
                      <a:pt x="85" y="1077"/>
                    </a:cubicBezTo>
                    <a:cubicBezTo>
                      <a:pt x="85" y="1077"/>
                      <a:pt x="113" y="1077"/>
                      <a:pt x="148" y="1048"/>
                    </a:cubicBezTo>
                    <a:lnTo>
                      <a:pt x="964" y="141"/>
                    </a:lnTo>
                    <a:cubicBezTo>
                      <a:pt x="964" y="113"/>
                      <a:pt x="964" y="57"/>
                      <a:pt x="936" y="22"/>
                    </a:cubicBezTo>
                    <a:cubicBezTo>
                      <a:pt x="922" y="8"/>
                      <a:pt x="908" y="1"/>
                      <a:pt x="894" y="1"/>
                    </a:cubicBez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42" name="Google Shape;1242;p24"/>
            <p:cNvSpPr/>
            <p:nvPr/>
          </p:nvSpPr>
          <p:spPr>
            <a:xfrm>
              <a:off x="304923" y="346570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25"/>
          <p:cNvSpPr txBox="1"/>
          <p:nvPr>
            <p:ph type="ctrTitle"/>
          </p:nvPr>
        </p:nvSpPr>
        <p:spPr>
          <a:xfrm>
            <a:off x="715225" y="375500"/>
            <a:ext cx="4518600" cy="31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Appraisal</a:t>
            </a:r>
            <a:r>
              <a:rPr lang="en"/>
              <a:t>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 data-driven approach to Collin County real estate</a:t>
            </a:r>
            <a:r>
              <a:rPr lang="en" sz="3500"/>
              <a:t> </a:t>
            </a:r>
            <a:endParaRPr sz="3500"/>
          </a:p>
        </p:txBody>
      </p:sp>
      <p:sp>
        <p:nvSpPr>
          <p:cNvPr id="1248" name="Google Shape;1248;p25"/>
          <p:cNvSpPr txBox="1"/>
          <p:nvPr>
            <p:ph idx="1" type="subTitle"/>
          </p:nvPr>
        </p:nvSpPr>
        <p:spPr>
          <a:xfrm>
            <a:off x="715100" y="3633175"/>
            <a:ext cx="4518600" cy="4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Aliyah Sabir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ADTA 5940</a:t>
            </a:r>
            <a:endParaRPr/>
          </a:p>
        </p:txBody>
      </p:sp>
      <p:sp>
        <p:nvSpPr>
          <p:cNvPr id="1249" name="Google Shape;1249;p25"/>
          <p:cNvSpPr/>
          <p:nvPr/>
        </p:nvSpPr>
        <p:spPr>
          <a:xfrm flipH="1">
            <a:off x="4474564" y="4531451"/>
            <a:ext cx="1187836" cy="615367"/>
          </a:xfrm>
          <a:custGeom>
            <a:rect b="b" l="l" r="r" t="t"/>
            <a:pathLst>
              <a:path extrusionOk="0" h="25579" w="49380">
                <a:moveTo>
                  <a:pt x="0" y="28"/>
                </a:moveTo>
                <a:lnTo>
                  <a:pt x="0" y="25579"/>
                </a:lnTo>
                <a:lnTo>
                  <a:pt x="49379" y="25579"/>
                </a:lnTo>
                <a:cubicBezTo>
                  <a:pt x="45335" y="20480"/>
                  <a:pt x="38801" y="18019"/>
                  <a:pt x="32380" y="18757"/>
                </a:cubicBezTo>
                <a:cubicBezTo>
                  <a:pt x="32029" y="17315"/>
                  <a:pt x="31473" y="15909"/>
                  <a:pt x="30622" y="14594"/>
                </a:cubicBezTo>
                <a:cubicBezTo>
                  <a:pt x="27021" y="8876"/>
                  <a:pt x="19812" y="6506"/>
                  <a:pt x="13335" y="8468"/>
                </a:cubicBezTo>
                <a:cubicBezTo>
                  <a:pt x="13068" y="7265"/>
                  <a:pt x="12632" y="6098"/>
                  <a:pt x="11928" y="4979"/>
                </a:cubicBezTo>
                <a:cubicBezTo>
                  <a:pt x="10226" y="2286"/>
                  <a:pt x="7441" y="556"/>
                  <a:pt x="4424" y="0"/>
                </a:cubicBezTo>
                <a:lnTo>
                  <a:pt x="120" y="0"/>
                </a:lnTo>
                <a:cubicBezTo>
                  <a:pt x="92" y="0"/>
                  <a:pt x="29" y="28"/>
                  <a:pt x="0" y="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85725" rotWithShape="0" algn="bl" dir="8280000" dist="104775">
              <a:schemeClr val="dk1">
                <a:alpha val="40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0" name="Google Shape;1250;p25"/>
          <p:cNvGrpSpPr/>
          <p:nvPr/>
        </p:nvGrpSpPr>
        <p:grpSpPr>
          <a:xfrm>
            <a:off x="5619422" y="-328375"/>
            <a:ext cx="3897620" cy="1959215"/>
            <a:chOff x="5619422" y="1000275"/>
            <a:chExt cx="3897620" cy="1959215"/>
          </a:xfrm>
        </p:grpSpPr>
        <p:sp>
          <p:nvSpPr>
            <p:cNvPr id="1251" name="Google Shape;1251;p25"/>
            <p:cNvSpPr/>
            <p:nvPr/>
          </p:nvSpPr>
          <p:spPr>
            <a:xfrm>
              <a:off x="8101616" y="2579166"/>
              <a:ext cx="1415426" cy="380324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619422" y="2205395"/>
              <a:ext cx="958632" cy="256898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5"/>
            <p:cNvSpPr/>
            <p:nvPr/>
          </p:nvSpPr>
          <p:spPr>
            <a:xfrm>
              <a:off x="8139346" y="1000275"/>
              <a:ext cx="657111" cy="176099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4" name="Google Shape;1254;p25"/>
          <p:cNvGrpSpPr/>
          <p:nvPr/>
        </p:nvGrpSpPr>
        <p:grpSpPr>
          <a:xfrm>
            <a:off x="5402544" y="2780188"/>
            <a:ext cx="4294670" cy="2375962"/>
            <a:chOff x="5402544" y="2780188"/>
            <a:chExt cx="4294670" cy="2375962"/>
          </a:xfrm>
        </p:grpSpPr>
        <p:sp>
          <p:nvSpPr>
            <p:cNvPr id="1255" name="Google Shape;1255;p25"/>
            <p:cNvSpPr/>
            <p:nvPr/>
          </p:nvSpPr>
          <p:spPr>
            <a:xfrm>
              <a:off x="5462997" y="4340882"/>
              <a:ext cx="775024" cy="804920"/>
            </a:xfrm>
            <a:custGeom>
              <a:rect b="b" l="l" r="r" t="t"/>
              <a:pathLst>
                <a:path extrusionOk="0" h="10958" w="10551">
                  <a:moveTo>
                    <a:pt x="1" y="1"/>
                  </a:moveTo>
                  <a:lnTo>
                    <a:pt x="1" y="10958"/>
                  </a:lnTo>
                  <a:lnTo>
                    <a:pt x="10550" y="10958"/>
                  </a:lnTo>
                  <a:lnTo>
                    <a:pt x="105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402544" y="3860928"/>
              <a:ext cx="815791" cy="480028"/>
            </a:xfrm>
            <a:custGeom>
              <a:rect b="b" l="l" r="r" t="t"/>
              <a:pathLst>
                <a:path extrusionOk="0" h="6535" w="11106">
                  <a:moveTo>
                    <a:pt x="11106" y="1"/>
                  </a:moveTo>
                  <a:lnTo>
                    <a:pt x="1" y="5684"/>
                  </a:lnTo>
                  <a:lnTo>
                    <a:pt x="1" y="6535"/>
                  </a:lnTo>
                  <a:lnTo>
                    <a:pt x="11106" y="65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5"/>
            <p:cNvSpPr/>
            <p:nvPr/>
          </p:nvSpPr>
          <p:spPr>
            <a:xfrm>
              <a:off x="5639214" y="4577480"/>
              <a:ext cx="445872" cy="322982"/>
            </a:xfrm>
            <a:custGeom>
              <a:rect b="b" l="l" r="r" t="t"/>
              <a:pathLst>
                <a:path extrusionOk="0" h="4397" w="6070">
                  <a:moveTo>
                    <a:pt x="0" y="4396"/>
                  </a:moveTo>
                  <a:lnTo>
                    <a:pt x="6069" y="4396"/>
                  </a:lnTo>
                  <a:lnTo>
                    <a:pt x="6069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5"/>
            <p:cNvSpPr/>
            <p:nvPr/>
          </p:nvSpPr>
          <p:spPr>
            <a:xfrm>
              <a:off x="5669624" y="4577480"/>
              <a:ext cx="415461" cy="322982"/>
            </a:xfrm>
            <a:custGeom>
              <a:rect b="b" l="l" r="r" t="t"/>
              <a:pathLst>
                <a:path extrusionOk="0" h="4397" w="5656">
                  <a:moveTo>
                    <a:pt x="1" y="4396"/>
                  </a:moveTo>
                  <a:lnTo>
                    <a:pt x="5655" y="4396"/>
                  </a:lnTo>
                  <a:lnTo>
                    <a:pt x="565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669624" y="4577480"/>
              <a:ext cx="21302" cy="322982"/>
            </a:xfrm>
            <a:custGeom>
              <a:rect b="b" l="l" r="r" t="t"/>
              <a:pathLst>
                <a:path extrusionOk="0" h="4397" w="290">
                  <a:moveTo>
                    <a:pt x="1" y="4396"/>
                  </a:moveTo>
                  <a:lnTo>
                    <a:pt x="289" y="4396"/>
                  </a:lnTo>
                  <a:lnTo>
                    <a:pt x="28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669624" y="4728356"/>
              <a:ext cx="415461" cy="19172"/>
            </a:xfrm>
            <a:custGeom>
              <a:rect b="b" l="l" r="r" t="t"/>
              <a:pathLst>
                <a:path extrusionOk="0" h="261" w="5656">
                  <a:moveTo>
                    <a:pt x="1" y="260"/>
                  </a:moveTo>
                  <a:lnTo>
                    <a:pt x="5655" y="260"/>
                  </a:lnTo>
                  <a:lnTo>
                    <a:pt x="5655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5"/>
            <p:cNvSpPr/>
            <p:nvPr/>
          </p:nvSpPr>
          <p:spPr>
            <a:xfrm>
              <a:off x="5867511" y="4577480"/>
              <a:ext cx="19686" cy="322982"/>
            </a:xfrm>
            <a:custGeom>
              <a:rect b="b" l="l" r="r" t="t"/>
              <a:pathLst>
                <a:path extrusionOk="0" h="4397" w="268">
                  <a:moveTo>
                    <a:pt x="268" y="4396"/>
                  </a:moveTo>
                  <a:lnTo>
                    <a:pt x="268" y="1"/>
                  </a:lnTo>
                  <a:lnTo>
                    <a:pt x="1" y="1"/>
                  </a:lnTo>
                  <a:lnTo>
                    <a:pt x="1" y="43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5"/>
            <p:cNvSpPr/>
            <p:nvPr/>
          </p:nvSpPr>
          <p:spPr>
            <a:xfrm>
              <a:off x="5921279" y="4616778"/>
              <a:ext cx="75438" cy="81682"/>
            </a:xfrm>
            <a:custGeom>
              <a:rect b="b" l="l" r="r" t="t"/>
              <a:pathLst>
                <a:path extrusionOk="0" h="1112" w="1027">
                  <a:moveTo>
                    <a:pt x="914" y="0"/>
                  </a:moveTo>
                  <a:cubicBezTo>
                    <a:pt x="895" y="0"/>
                    <a:pt x="879" y="7"/>
                    <a:pt x="879" y="21"/>
                  </a:cubicBezTo>
                  <a:lnTo>
                    <a:pt x="28" y="964"/>
                  </a:lnTo>
                  <a:cubicBezTo>
                    <a:pt x="0" y="992"/>
                    <a:pt x="0" y="1048"/>
                    <a:pt x="28" y="1076"/>
                  </a:cubicBezTo>
                  <a:cubicBezTo>
                    <a:pt x="63" y="1111"/>
                    <a:pt x="63" y="1111"/>
                    <a:pt x="91" y="1111"/>
                  </a:cubicBezTo>
                  <a:cubicBezTo>
                    <a:pt x="120" y="1111"/>
                    <a:pt x="148" y="1076"/>
                    <a:pt x="148" y="1076"/>
                  </a:cubicBezTo>
                  <a:lnTo>
                    <a:pt x="999" y="141"/>
                  </a:lnTo>
                  <a:cubicBezTo>
                    <a:pt x="1027" y="113"/>
                    <a:pt x="999" y="56"/>
                    <a:pt x="971" y="21"/>
                  </a:cubicBezTo>
                  <a:cubicBezTo>
                    <a:pt x="957" y="7"/>
                    <a:pt x="934" y="0"/>
                    <a:pt x="914" y="0"/>
                  </a:cubicBez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5"/>
            <p:cNvSpPr/>
            <p:nvPr/>
          </p:nvSpPr>
          <p:spPr>
            <a:xfrm>
              <a:off x="5972918" y="4612591"/>
              <a:ext cx="75512" cy="81241"/>
            </a:xfrm>
            <a:custGeom>
              <a:rect b="b" l="l" r="r" t="t"/>
              <a:pathLst>
                <a:path extrusionOk="0" h="1106" w="1028">
                  <a:moveTo>
                    <a:pt x="939" y="1"/>
                  </a:moveTo>
                  <a:cubicBezTo>
                    <a:pt x="916" y="1"/>
                    <a:pt x="894" y="8"/>
                    <a:pt x="879" y="22"/>
                  </a:cubicBezTo>
                  <a:lnTo>
                    <a:pt x="28" y="957"/>
                  </a:lnTo>
                  <a:cubicBezTo>
                    <a:pt x="0" y="1021"/>
                    <a:pt x="28" y="1049"/>
                    <a:pt x="64" y="1077"/>
                  </a:cubicBezTo>
                  <a:cubicBezTo>
                    <a:pt x="64" y="1105"/>
                    <a:pt x="92" y="1105"/>
                    <a:pt x="92" y="1105"/>
                  </a:cubicBezTo>
                  <a:cubicBezTo>
                    <a:pt x="120" y="1105"/>
                    <a:pt x="148" y="1105"/>
                    <a:pt x="148" y="1077"/>
                  </a:cubicBezTo>
                  <a:lnTo>
                    <a:pt x="999" y="142"/>
                  </a:lnTo>
                  <a:cubicBezTo>
                    <a:pt x="1027" y="113"/>
                    <a:pt x="1027" y="50"/>
                    <a:pt x="999" y="22"/>
                  </a:cubicBezTo>
                  <a:cubicBezTo>
                    <a:pt x="985" y="8"/>
                    <a:pt x="962" y="1"/>
                    <a:pt x="939" y="1"/>
                  </a:cubicBez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5"/>
            <p:cNvSpPr/>
            <p:nvPr/>
          </p:nvSpPr>
          <p:spPr>
            <a:xfrm>
              <a:off x="5757990" y="4780509"/>
              <a:ext cx="74998" cy="81168"/>
            </a:xfrm>
            <a:custGeom>
              <a:rect b="b" l="l" r="r" t="t"/>
              <a:pathLst>
                <a:path extrusionOk="0" h="1105" w="1021">
                  <a:moveTo>
                    <a:pt x="922" y="1"/>
                  </a:moveTo>
                  <a:cubicBezTo>
                    <a:pt x="908" y="1"/>
                    <a:pt x="894" y="8"/>
                    <a:pt x="880" y="22"/>
                  </a:cubicBezTo>
                  <a:lnTo>
                    <a:pt x="29" y="957"/>
                  </a:lnTo>
                  <a:cubicBezTo>
                    <a:pt x="1" y="992"/>
                    <a:pt x="1" y="1048"/>
                    <a:pt x="29" y="1077"/>
                  </a:cubicBezTo>
                  <a:cubicBezTo>
                    <a:pt x="57" y="1105"/>
                    <a:pt x="57" y="1105"/>
                    <a:pt x="85" y="1105"/>
                  </a:cubicBezTo>
                  <a:cubicBezTo>
                    <a:pt x="113" y="1105"/>
                    <a:pt x="141" y="1077"/>
                    <a:pt x="141" y="1077"/>
                  </a:cubicBezTo>
                  <a:lnTo>
                    <a:pt x="992" y="141"/>
                  </a:lnTo>
                  <a:cubicBezTo>
                    <a:pt x="1020" y="113"/>
                    <a:pt x="992" y="50"/>
                    <a:pt x="964" y="22"/>
                  </a:cubicBezTo>
                  <a:cubicBezTo>
                    <a:pt x="950" y="8"/>
                    <a:pt x="936" y="1"/>
                    <a:pt x="922" y="1"/>
                  </a:cubicBez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7156930" y="3667228"/>
              <a:ext cx="1657365" cy="1478576"/>
            </a:xfrm>
            <a:custGeom>
              <a:rect b="b" l="l" r="r" t="t"/>
              <a:pathLst>
                <a:path extrusionOk="0" h="20129" w="22563">
                  <a:moveTo>
                    <a:pt x="1" y="1"/>
                  </a:moveTo>
                  <a:lnTo>
                    <a:pt x="1" y="20129"/>
                  </a:lnTo>
                  <a:lnTo>
                    <a:pt x="22563" y="20129"/>
                  </a:lnTo>
                  <a:lnTo>
                    <a:pt x="225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6218329" y="3122708"/>
              <a:ext cx="938681" cy="2023098"/>
            </a:xfrm>
            <a:custGeom>
              <a:rect b="b" l="l" r="r" t="t"/>
              <a:pathLst>
                <a:path extrusionOk="0" h="27542" w="12779">
                  <a:moveTo>
                    <a:pt x="12547" y="7414"/>
                  </a:moveTo>
                  <a:lnTo>
                    <a:pt x="6330" y="1"/>
                  </a:lnTo>
                  <a:lnTo>
                    <a:pt x="0" y="7385"/>
                  </a:lnTo>
                  <a:lnTo>
                    <a:pt x="0" y="27542"/>
                  </a:lnTo>
                  <a:lnTo>
                    <a:pt x="12779" y="27542"/>
                  </a:lnTo>
                  <a:lnTo>
                    <a:pt x="12779" y="74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6496207" y="3632631"/>
              <a:ext cx="378734" cy="378734"/>
            </a:xfrm>
            <a:custGeom>
              <a:rect b="b" l="l" r="r" t="t"/>
              <a:pathLst>
                <a:path extrusionOk="0" h="5156" w="5156">
                  <a:moveTo>
                    <a:pt x="2575" y="5155"/>
                  </a:moveTo>
                  <a:cubicBezTo>
                    <a:pt x="3981" y="5155"/>
                    <a:pt x="5156" y="3988"/>
                    <a:pt x="5156" y="2581"/>
                  </a:cubicBezTo>
                  <a:cubicBezTo>
                    <a:pt x="5156" y="1147"/>
                    <a:pt x="3981" y="0"/>
                    <a:pt x="2575" y="0"/>
                  </a:cubicBezTo>
                  <a:cubicBezTo>
                    <a:pt x="1168" y="0"/>
                    <a:pt x="1" y="1147"/>
                    <a:pt x="1" y="2581"/>
                  </a:cubicBezTo>
                  <a:cubicBezTo>
                    <a:pt x="1" y="3988"/>
                    <a:pt x="1168" y="5155"/>
                    <a:pt x="2575" y="5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6524120" y="3632631"/>
              <a:ext cx="350821" cy="376677"/>
            </a:xfrm>
            <a:custGeom>
              <a:rect b="b" l="l" r="r" t="t"/>
              <a:pathLst>
                <a:path extrusionOk="0" h="5128" w="4776">
                  <a:moveTo>
                    <a:pt x="2406" y="0"/>
                  </a:moveTo>
                  <a:cubicBezTo>
                    <a:pt x="3721" y="92"/>
                    <a:pt x="4776" y="1203"/>
                    <a:pt x="4776" y="2581"/>
                  </a:cubicBezTo>
                  <a:cubicBezTo>
                    <a:pt x="4776" y="3925"/>
                    <a:pt x="3721" y="5043"/>
                    <a:pt x="2406" y="5127"/>
                  </a:cubicBezTo>
                  <a:cubicBezTo>
                    <a:pt x="1055" y="5043"/>
                    <a:pt x="1" y="3925"/>
                    <a:pt x="1" y="2581"/>
                  </a:cubicBezTo>
                  <a:cubicBezTo>
                    <a:pt x="1" y="1203"/>
                    <a:pt x="1055" y="92"/>
                    <a:pt x="2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6547919" y="3645559"/>
              <a:ext cx="266642" cy="320851"/>
            </a:xfrm>
            <a:custGeom>
              <a:rect b="b" l="l" r="r" t="t"/>
              <a:pathLst>
                <a:path extrusionOk="0" h="4368" w="3630">
                  <a:moveTo>
                    <a:pt x="2813" y="0"/>
                  </a:moveTo>
                  <a:cubicBezTo>
                    <a:pt x="3102" y="120"/>
                    <a:pt x="3397" y="296"/>
                    <a:pt x="3629" y="499"/>
                  </a:cubicBezTo>
                  <a:lnTo>
                    <a:pt x="612" y="4368"/>
                  </a:lnTo>
                  <a:cubicBezTo>
                    <a:pt x="352" y="4164"/>
                    <a:pt x="148" y="3896"/>
                    <a:pt x="0" y="3608"/>
                  </a:cubicBez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5"/>
            <p:cNvSpPr/>
            <p:nvPr/>
          </p:nvSpPr>
          <p:spPr>
            <a:xfrm>
              <a:off x="6636212" y="3723053"/>
              <a:ext cx="225874" cy="282141"/>
            </a:xfrm>
            <a:custGeom>
              <a:rect b="b" l="l" r="r" t="t"/>
              <a:pathLst>
                <a:path extrusionOk="0" h="3841" w="3075">
                  <a:moveTo>
                    <a:pt x="2870" y="0"/>
                  </a:moveTo>
                  <a:cubicBezTo>
                    <a:pt x="2955" y="120"/>
                    <a:pt x="3018" y="267"/>
                    <a:pt x="3074" y="380"/>
                  </a:cubicBezTo>
                  <a:lnTo>
                    <a:pt x="380" y="3840"/>
                  </a:lnTo>
                  <a:cubicBezTo>
                    <a:pt x="233" y="3784"/>
                    <a:pt x="113" y="3749"/>
                    <a:pt x="1" y="3692"/>
                  </a:cubicBez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5"/>
            <p:cNvSpPr/>
            <p:nvPr/>
          </p:nvSpPr>
          <p:spPr>
            <a:xfrm>
              <a:off x="6149576" y="3027657"/>
              <a:ext cx="2742222" cy="639646"/>
            </a:xfrm>
            <a:custGeom>
              <a:rect b="b" l="l" r="r" t="t"/>
              <a:pathLst>
                <a:path extrusionOk="0" h="8708" w="37332">
                  <a:moveTo>
                    <a:pt x="1" y="8152"/>
                  </a:moveTo>
                  <a:lnTo>
                    <a:pt x="6942" y="1"/>
                  </a:lnTo>
                  <a:lnTo>
                    <a:pt x="30446" y="1"/>
                  </a:lnTo>
                  <a:lnTo>
                    <a:pt x="37332" y="8061"/>
                  </a:lnTo>
                  <a:lnTo>
                    <a:pt x="36776" y="8708"/>
                  </a:lnTo>
                  <a:lnTo>
                    <a:pt x="13483" y="8708"/>
                  </a:lnTo>
                  <a:lnTo>
                    <a:pt x="7266" y="1295"/>
                  </a:lnTo>
                  <a:lnTo>
                    <a:pt x="908" y="8708"/>
                  </a:lnTo>
                  <a:lnTo>
                    <a:pt x="380" y="87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139889" y="3619703"/>
              <a:ext cx="1751902" cy="47599"/>
            </a:xfrm>
            <a:custGeom>
              <a:rect b="b" l="l" r="r" t="t"/>
              <a:pathLst>
                <a:path extrusionOk="0" h="648" w="23850">
                  <a:moveTo>
                    <a:pt x="23850" y="1"/>
                  </a:moveTo>
                  <a:lnTo>
                    <a:pt x="23294" y="648"/>
                  </a:lnTo>
                  <a:lnTo>
                    <a:pt x="1" y="648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6177488" y="3101038"/>
              <a:ext cx="505811" cy="566265"/>
            </a:xfrm>
            <a:custGeom>
              <a:rect b="b" l="l" r="r" t="t"/>
              <a:pathLst>
                <a:path extrusionOk="0" h="7709" w="6886">
                  <a:moveTo>
                    <a:pt x="6654" y="0"/>
                  </a:moveTo>
                  <a:lnTo>
                    <a:pt x="0" y="7709"/>
                  </a:lnTo>
                  <a:lnTo>
                    <a:pt x="528" y="7709"/>
                  </a:lnTo>
                  <a:lnTo>
                    <a:pt x="6886" y="2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180730" y="2995631"/>
              <a:ext cx="230502" cy="290441"/>
            </a:xfrm>
            <a:custGeom>
              <a:rect b="b" l="l" r="r" t="t"/>
              <a:pathLst>
                <a:path extrusionOk="0" h="3954" w="3138">
                  <a:moveTo>
                    <a:pt x="0" y="1"/>
                  </a:moveTo>
                  <a:lnTo>
                    <a:pt x="0" y="3953"/>
                  </a:lnTo>
                  <a:lnTo>
                    <a:pt x="3137" y="3953"/>
                  </a:lnTo>
                  <a:lnTo>
                    <a:pt x="3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5"/>
            <p:cNvSpPr/>
            <p:nvPr/>
          </p:nvSpPr>
          <p:spPr>
            <a:xfrm>
              <a:off x="7031911" y="2988946"/>
              <a:ext cx="148893" cy="297125"/>
            </a:xfrm>
            <a:custGeom>
              <a:rect b="b" l="l" r="r" t="t"/>
              <a:pathLst>
                <a:path extrusionOk="0" h="4045" w="2027">
                  <a:moveTo>
                    <a:pt x="1851" y="92"/>
                  </a:moveTo>
                  <a:lnTo>
                    <a:pt x="1851" y="92"/>
                  </a:lnTo>
                  <a:lnTo>
                    <a:pt x="1" y="0"/>
                  </a:lnTo>
                  <a:lnTo>
                    <a:pt x="1" y="1702"/>
                  </a:lnTo>
                  <a:lnTo>
                    <a:pt x="2026" y="4044"/>
                  </a:lnTo>
                  <a:lnTo>
                    <a:pt x="2026" y="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5"/>
            <p:cNvSpPr/>
            <p:nvPr/>
          </p:nvSpPr>
          <p:spPr>
            <a:xfrm>
              <a:off x="7014869" y="2926436"/>
              <a:ext cx="153007" cy="69268"/>
            </a:xfrm>
            <a:custGeom>
              <a:rect b="b" l="l" r="r" t="t"/>
              <a:pathLst>
                <a:path extrusionOk="0" h="943" w="2083">
                  <a:moveTo>
                    <a:pt x="2083" y="64"/>
                  </a:moveTo>
                  <a:lnTo>
                    <a:pt x="1" y="0"/>
                  </a:lnTo>
                  <a:lnTo>
                    <a:pt x="1" y="851"/>
                  </a:lnTo>
                  <a:lnTo>
                    <a:pt x="2083" y="9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7167802" y="2931064"/>
              <a:ext cx="269213" cy="64640"/>
            </a:xfrm>
            <a:custGeom>
              <a:rect b="b" l="l" r="r" t="t"/>
              <a:pathLst>
                <a:path extrusionOk="0" h="880" w="3665">
                  <a:moveTo>
                    <a:pt x="1" y="880"/>
                  </a:moveTo>
                  <a:lnTo>
                    <a:pt x="3665" y="880"/>
                  </a:lnTo>
                  <a:lnTo>
                    <a:pt x="366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7992328" y="2903151"/>
              <a:ext cx="380791" cy="486199"/>
            </a:xfrm>
            <a:custGeom>
              <a:rect b="b" l="l" r="r" t="t"/>
              <a:pathLst>
                <a:path extrusionOk="0" h="6619" w="5184">
                  <a:moveTo>
                    <a:pt x="0" y="3046"/>
                  </a:moveTo>
                  <a:lnTo>
                    <a:pt x="0" y="6619"/>
                  </a:lnTo>
                  <a:lnTo>
                    <a:pt x="5184" y="6619"/>
                  </a:lnTo>
                  <a:lnTo>
                    <a:pt x="5184" y="2751"/>
                  </a:lnTo>
                  <a:lnTo>
                    <a:pt x="27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7768071" y="3124764"/>
              <a:ext cx="224332" cy="264585"/>
            </a:xfrm>
            <a:custGeom>
              <a:rect b="b" l="l" r="r" t="t"/>
              <a:pathLst>
                <a:path extrusionOk="0" h="3602" w="3054">
                  <a:moveTo>
                    <a:pt x="2990" y="85"/>
                  </a:moveTo>
                  <a:lnTo>
                    <a:pt x="1" y="85"/>
                  </a:lnTo>
                  <a:lnTo>
                    <a:pt x="3053" y="3602"/>
                  </a:lnTo>
                  <a:lnTo>
                    <a:pt x="30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5"/>
            <p:cNvSpPr/>
            <p:nvPr/>
          </p:nvSpPr>
          <p:spPr>
            <a:xfrm>
              <a:off x="7626010" y="2780188"/>
              <a:ext cx="859203" cy="350895"/>
            </a:xfrm>
            <a:custGeom>
              <a:rect b="b" l="l" r="r" t="t"/>
              <a:pathLst>
                <a:path extrusionOk="0" h="4777" w="11697">
                  <a:moveTo>
                    <a:pt x="1" y="4045"/>
                  </a:moveTo>
                  <a:lnTo>
                    <a:pt x="3433" y="1"/>
                  </a:lnTo>
                  <a:lnTo>
                    <a:pt x="8061" y="1"/>
                  </a:lnTo>
                  <a:lnTo>
                    <a:pt x="11697" y="4045"/>
                  </a:lnTo>
                  <a:lnTo>
                    <a:pt x="11078" y="4776"/>
                  </a:lnTo>
                  <a:lnTo>
                    <a:pt x="10466" y="4776"/>
                  </a:lnTo>
                  <a:lnTo>
                    <a:pt x="7709" y="1675"/>
                  </a:lnTo>
                  <a:lnTo>
                    <a:pt x="4952" y="4776"/>
                  </a:lnTo>
                  <a:lnTo>
                    <a:pt x="556" y="47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5"/>
            <p:cNvSpPr/>
            <p:nvPr/>
          </p:nvSpPr>
          <p:spPr>
            <a:xfrm>
              <a:off x="7626010" y="2971905"/>
              <a:ext cx="90497" cy="105408"/>
            </a:xfrm>
            <a:custGeom>
              <a:rect b="b" l="l" r="r" t="t"/>
              <a:pathLst>
                <a:path extrusionOk="0" h="1435" w="1232">
                  <a:moveTo>
                    <a:pt x="1232" y="0"/>
                  </a:moveTo>
                  <a:lnTo>
                    <a:pt x="1" y="1435"/>
                  </a:lnTo>
                  <a:close/>
                </a:path>
              </a:pathLst>
            </a:custGeom>
            <a:solidFill>
              <a:srgbClr val="332B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7626010" y="3077239"/>
              <a:ext cx="363823" cy="53843"/>
            </a:xfrm>
            <a:custGeom>
              <a:rect b="b" l="l" r="r" t="t"/>
              <a:pathLst>
                <a:path extrusionOk="0" h="733" w="4953">
                  <a:moveTo>
                    <a:pt x="1" y="1"/>
                  </a:moveTo>
                  <a:lnTo>
                    <a:pt x="556" y="732"/>
                  </a:lnTo>
                  <a:lnTo>
                    <a:pt x="4952" y="732"/>
                  </a:lnTo>
                  <a:lnTo>
                    <a:pt x="45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8192271" y="2877369"/>
              <a:ext cx="247470" cy="253714"/>
            </a:xfrm>
            <a:custGeom>
              <a:rect b="b" l="l" r="r" t="t"/>
              <a:pathLst>
                <a:path extrusionOk="0" h="3454" w="3369">
                  <a:moveTo>
                    <a:pt x="3369" y="3453"/>
                  </a:moveTo>
                  <a:lnTo>
                    <a:pt x="2757" y="3453"/>
                  </a:lnTo>
                  <a:lnTo>
                    <a:pt x="0" y="352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5"/>
            <p:cNvSpPr/>
            <p:nvPr/>
          </p:nvSpPr>
          <p:spPr>
            <a:xfrm>
              <a:off x="7626010" y="2780188"/>
              <a:ext cx="592121" cy="297125"/>
            </a:xfrm>
            <a:custGeom>
              <a:rect b="b" l="l" r="r" t="t"/>
              <a:pathLst>
                <a:path extrusionOk="0" h="4045" w="8061">
                  <a:moveTo>
                    <a:pt x="4516" y="4045"/>
                  </a:moveTo>
                  <a:lnTo>
                    <a:pt x="1" y="4045"/>
                  </a:lnTo>
                  <a:lnTo>
                    <a:pt x="3433" y="1"/>
                  </a:lnTo>
                  <a:lnTo>
                    <a:pt x="8061" y="1"/>
                  </a:lnTo>
                  <a:close/>
                </a:path>
              </a:pathLst>
            </a:custGeom>
            <a:solidFill>
              <a:srgbClr val="332B45">
                <a:alpha val="5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5"/>
            <p:cNvSpPr/>
            <p:nvPr/>
          </p:nvSpPr>
          <p:spPr>
            <a:xfrm>
              <a:off x="8080106" y="3081426"/>
              <a:ext cx="226388" cy="245413"/>
            </a:xfrm>
            <a:custGeom>
              <a:rect b="b" l="l" r="r" t="t"/>
              <a:pathLst>
                <a:path extrusionOk="0" h="3341" w="3082">
                  <a:moveTo>
                    <a:pt x="1" y="3341"/>
                  </a:moveTo>
                  <a:lnTo>
                    <a:pt x="3081" y="3341"/>
                  </a:lnTo>
                  <a:lnTo>
                    <a:pt x="308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8080106" y="3081426"/>
              <a:ext cx="196419" cy="245413"/>
            </a:xfrm>
            <a:custGeom>
              <a:rect b="b" l="l" r="r" t="t"/>
              <a:pathLst>
                <a:path extrusionOk="0" h="3341" w="2674">
                  <a:moveTo>
                    <a:pt x="1" y="3341"/>
                  </a:moveTo>
                  <a:lnTo>
                    <a:pt x="2673" y="3341"/>
                  </a:lnTo>
                  <a:lnTo>
                    <a:pt x="267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8134389" y="3123222"/>
              <a:ext cx="74998" cy="81241"/>
            </a:xfrm>
            <a:custGeom>
              <a:rect b="b" l="l" r="r" t="t"/>
              <a:pathLst>
                <a:path extrusionOk="0" h="1106" w="1021">
                  <a:moveTo>
                    <a:pt x="936" y="1"/>
                  </a:moveTo>
                  <a:cubicBezTo>
                    <a:pt x="915" y="1"/>
                    <a:pt x="894" y="8"/>
                    <a:pt x="879" y="22"/>
                  </a:cubicBezTo>
                  <a:lnTo>
                    <a:pt x="28" y="957"/>
                  </a:lnTo>
                  <a:cubicBezTo>
                    <a:pt x="0" y="985"/>
                    <a:pt x="0" y="1049"/>
                    <a:pt x="57" y="1077"/>
                  </a:cubicBezTo>
                  <a:cubicBezTo>
                    <a:pt x="57" y="1105"/>
                    <a:pt x="85" y="1105"/>
                    <a:pt x="85" y="1105"/>
                  </a:cubicBezTo>
                  <a:cubicBezTo>
                    <a:pt x="113" y="1105"/>
                    <a:pt x="141" y="1077"/>
                    <a:pt x="141" y="1077"/>
                  </a:cubicBezTo>
                  <a:lnTo>
                    <a:pt x="992" y="134"/>
                  </a:lnTo>
                  <a:cubicBezTo>
                    <a:pt x="1020" y="106"/>
                    <a:pt x="1020" y="50"/>
                    <a:pt x="992" y="22"/>
                  </a:cubicBezTo>
                  <a:cubicBezTo>
                    <a:pt x="978" y="8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5"/>
            <p:cNvSpPr/>
            <p:nvPr/>
          </p:nvSpPr>
          <p:spPr>
            <a:xfrm>
              <a:off x="8127631" y="3179268"/>
              <a:ext cx="73455" cy="80947"/>
            </a:xfrm>
            <a:custGeom>
              <a:rect b="b" l="l" r="r" t="t"/>
              <a:pathLst>
                <a:path extrusionOk="0" h="1102" w="1000">
                  <a:moveTo>
                    <a:pt x="920" y="0"/>
                  </a:moveTo>
                  <a:cubicBezTo>
                    <a:pt x="895" y="0"/>
                    <a:pt x="868" y="14"/>
                    <a:pt x="852" y="47"/>
                  </a:cubicBezTo>
                  <a:lnTo>
                    <a:pt x="29" y="989"/>
                  </a:lnTo>
                  <a:cubicBezTo>
                    <a:pt x="1" y="1017"/>
                    <a:pt x="1" y="1073"/>
                    <a:pt x="29" y="1102"/>
                  </a:cubicBezTo>
                  <a:lnTo>
                    <a:pt x="92" y="1102"/>
                  </a:lnTo>
                  <a:cubicBezTo>
                    <a:pt x="120" y="1102"/>
                    <a:pt x="120" y="1102"/>
                    <a:pt x="149" y="1073"/>
                  </a:cubicBezTo>
                  <a:lnTo>
                    <a:pt x="971" y="138"/>
                  </a:lnTo>
                  <a:cubicBezTo>
                    <a:pt x="1000" y="110"/>
                    <a:pt x="1000" y="47"/>
                    <a:pt x="971" y="18"/>
                  </a:cubicBezTo>
                  <a:cubicBezTo>
                    <a:pt x="957" y="7"/>
                    <a:pt x="939" y="0"/>
                    <a:pt x="920" y="0"/>
                  </a:cubicBez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5"/>
            <p:cNvSpPr/>
            <p:nvPr/>
          </p:nvSpPr>
          <p:spPr>
            <a:xfrm>
              <a:off x="7331091" y="3882157"/>
              <a:ext cx="506325" cy="368377"/>
            </a:xfrm>
            <a:custGeom>
              <a:rect b="b" l="l" r="r" t="t"/>
              <a:pathLst>
                <a:path extrusionOk="0" h="5015" w="6893">
                  <a:moveTo>
                    <a:pt x="0" y="5015"/>
                  </a:moveTo>
                  <a:lnTo>
                    <a:pt x="6892" y="5015"/>
                  </a:lnTo>
                  <a:lnTo>
                    <a:pt x="68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5"/>
            <p:cNvSpPr/>
            <p:nvPr/>
          </p:nvSpPr>
          <p:spPr>
            <a:xfrm>
              <a:off x="7331091" y="3882157"/>
              <a:ext cx="469671" cy="368377"/>
            </a:xfrm>
            <a:custGeom>
              <a:rect b="b" l="l" r="r" t="t"/>
              <a:pathLst>
                <a:path extrusionOk="0" h="5015" w="6394">
                  <a:moveTo>
                    <a:pt x="0" y="5015"/>
                  </a:moveTo>
                  <a:lnTo>
                    <a:pt x="6393" y="5015"/>
                  </a:lnTo>
                  <a:lnTo>
                    <a:pt x="63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5"/>
            <p:cNvSpPr/>
            <p:nvPr/>
          </p:nvSpPr>
          <p:spPr>
            <a:xfrm>
              <a:off x="7555274" y="3882157"/>
              <a:ext cx="21228" cy="368377"/>
            </a:xfrm>
            <a:custGeom>
              <a:rect b="b" l="l" r="r" t="t"/>
              <a:pathLst>
                <a:path extrusionOk="0" h="5015" w="289">
                  <a:moveTo>
                    <a:pt x="0" y="5015"/>
                  </a:moveTo>
                  <a:lnTo>
                    <a:pt x="0" y="0"/>
                  </a:lnTo>
                  <a:lnTo>
                    <a:pt x="289" y="0"/>
                  </a:lnTo>
                  <a:lnTo>
                    <a:pt x="289" y="50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5"/>
            <p:cNvSpPr/>
            <p:nvPr/>
          </p:nvSpPr>
          <p:spPr>
            <a:xfrm>
              <a:off x="7778943" y="3882157"/>
              <a:ext cx="21816" cy="368377"/>
            </a:xfrm>
            <a:custGeom>
              <a:rect b="b" l="l" r="r" t="t"/>
              <a:pathLst>
                <a:path extrusionOk="0" h="5015" w="297">
                  <a:moveTo>
                    <a:pt x="1" y="5015"/>
                  </a:moveTo>
                  <a:lnTo>
                    <a:pt x="296" y="5015"/>
                  </a:lnTo>
                  <a:lnTo>
                    <a:pt x="29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5"/>
            <p:cNvSpPr/>
            <p:nvPr/>
          </p:nvSpPr>
          <p:spPr>
            <a:xfrm>
              <a:off x="7331091" y="4054702"/>
              <a:ext cx="469671" cy="23799"/>
            </a:xfrm>
            <a:custGeom>
              <a:rect b="b" l="l" r="r" t="t"/>
              <a:pathLst>
                <a:path extrusionOk="0" h="324" w="6394">
                  <a:moveTo>
                    <a:pt x="0" y="324"/>
                  </a:moveTo>
                  <a:lnTo>
                    <a:pt x="6393" y="324"/>
                  </a:lnTo>
                  <a:lnTo>
                    <a:pt x="63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5"/>
            <p:cNvSpPr/>
            <p:nvPr/>
          </p:nvSpPr>
          <p:spPr>
            <a:xfrm>
              <a:off x="7372372" y="4130801"/>
              <a:ext cx="74998" cy="81021"/>
            </a:xfrm>
            <a:custGeom>
              <a:rect b="b" l="l" r="r" t="t"/>
              <a:pathLst>
                <a:path extrusionOk="0" h="1103" w="1021">
                  <a:moveTo>
                    <a:pt x="935" y="1"/>
                  </a:moveTo>
                  <a:cubicBezTo>
                    <a:pt x="913" y="1"/>
                    <a:pt x="896" y="14"/>
                    <a:pt x="880" y="47"/>
                  </a:cubicBezTo>
                  <a:lnTo>
                    <a:pt x="29" y="983"/>
                  </a:lnTo>
                  <a:cubicBezTo>
                    <a:pt x="1" y="1011"/>
                    <a:pt x="1" y="1074"/>
                    <a:pt x="29" y="1102"/>
                  </a:cubicBezTo>
                  <a:lnTo>
                    <a:pt x="85" y="1102"/>
                  </a:lnTo>
                  <a:cubicBezTo>
                    <a:pt x="113" y="1102"/>
                    <a:pt x="141" y="1102"/>
                    <a:pt x="141" y="1074"/>
                  </a:cubicBezTo>
                  <a:lnTo>
                    <a:pt x="992" y="132"/>
                  </a:lnTo>
                  <a:cubicBezTo>
                    <a:pt x="1020" y="104"/>
                    <a:pt x="1020" y="47"/>
                    <a:pt x="992" y="19"/>
                  </a:cubicBezTo>
                  <a:cubicBezTo>
                    <a:pt x="969" y="8"/>
                    <a:pt x="951" y="1"/>
                    <a:pt x="935" y="1"/>
                  </a:cubicBez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5"/>
            <p:cNvSpPr/>
            <p:nvPr/>
          </p:nvSpPr>
          <p:spPr>
            <a:xfrm>
              <a:off x="7434368" y="4111189"/>
              <a:ext cx="73455" cy="81021"/>
            </a:xfrm>
            <a:custGeom>
              <a:rect b="b" l="l" r="r" t="t"/>
              <a:pathLst>
                <a:path extrusionOk="0" h="1103" w="1000">
                  <a:moveTo>
                    <a:pt x="923" y="0"/>
                  </a:moveTo>
                  <a:cubicBezTo>
                    <a:pt x="897" y="0"/>
                    <a:pt x="868" y="14"/>
                    <a:pt x="852" y="47"/>
                  </a:cubicBezTo>
                  <a:lnTo>
                    <a:pt x="36" y="990"/>
                  </a:lnTo>
                  <a:cubicBezTo>
                    <a:pt x="1" y="1018"/>
                    <a:pt x="1" y="1074"/>
                    <a:pt x="36" y="1102"/>
                  </a:cubicBezTo>
                  <a:lnTo>
                    <a:pt x="92" y="1102"/>
                  </a:lnTo>
                  <a:cubicBezTo>
                    <a:pt x="120" y="1102"/>
                    <a:pt x="120" y="1102"/>
                    <a:pt x="148" y="1074"/>
                  </a:cubicBezTo>
                  <a:lnTo>
                    <a:pt x="971" y="139"/>
                  </a:lnTo>
                  <a:cubicBezTo>
                    <a:pt x="999" y="110"/>
                    <a:pt x="999" y="47"/>
                    <a:pt x="971" y="19"/>
                  </a:cubicBezTo>
                  <a:cubicBezTo>
                    <a:pt x="960" y="7"/>
                    <a:pt x="942" y="0"/>
                    <a:pt x="923" y="0"/>
                  </a:cubicBez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5"/>
            <p:cNvSpPr/>
            <p:nvPr/>
          </p:nvSpPr>
          <p:spPr>
            <a:xfrm>
              <a:off x="7645696" y="3938937"/>
              <a:ext cx="75438" cy="81241"/>
            </a:xfrm>
            <a:custGeom>
              <a:rect b="b" l="l" r="r" t="t"/>
              <a:pathLst>
                <a:path extrusionOk="0" h="1106" w="1027">
                  <a:moveTo>
                    <a:pt x="936" y="1"/>
                  </a:moveTo>
                  <a:cubicBezTo>
                    <a:pt x="914" y="1"/>
                    <a:pt x="893" y="8"/>
                    <a:pt x="879" y="22"/>
                  </a:cubicBezTo>
                  <a:lnTo>
                    <a:pt x="28" y="957"/>
                  </a:lnTo>
                  <a:cubicBezTo>
                    <a:pt x="0" y="985"/>
                    <a:pt x="0" y="1049"/>
                    <a:pt x="56" y="1077"/>
                  </a:cubicBezTo>
                  <a:lnTo>
                    <a:pt x="85" y="1105"/>
                  </a:lnTo>
                  <a:cubicBezTo>
                    <a:pt x="113" y="1105"/>
                    <a:pt x="148" y="1077"/>
                    <a:pt x="148" y="1077"/>
                  </a:cubicBezTo>
                  <a:lnTo>
                    <a:pt x="992" y="142"/>
                  </a:lnTo>
                  <a:cubicBezTo>
                    <a:pt x="1027" y="106"/>
                    <a:pt x="1027" y="50"/>
                    <a:pt x="992" y="22"/>
                  </a:cubicBezTo>
                  <a:cubicBezTo>
                    <a:pt x="978" y="8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5"/>
            <p:cNvSpPr/>
            <p:nvPr/>
          </p:nvSpPr>
          <p:spPr>
            <a:xfrm>
              <a:off x="6534695" y="4342938"/>
              <a:ext cx="357579" cy="802863"/>
            </a:xfrm>
            <a:custGeom>
              <a:rect b="b" l="l" r="r" t="t"/>
              <a:pathLst>
                <a:path extrusionOk="0" h="10930" w="4868">
                  <a:moveTo>
                    <a:pt x="1" y="10930"/>
                  </a:moveTo>
                  <a:lnTo>
                    <a:pt x="4868" y="10930"/>
                  </a:lnTo>
                  <a:lnTo>
                    <a:pt x="486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5"/>
            <p:cNvSpPr/>
            <p:nvPr/>
          </p:nvSpPr>
          <p:spPr>
            <a:xfrm>
              <a:off x="6571645" y="4342938"/>
              <a:ext cx="316224" cy="802863"/>
            </a:xfrm>
            <a:custGeom>
              <a:rect b="b" l="l" r="r" t="t"/>
              <a:pathLst>
                <a:path extrusionOk="0" h="10930" w="4305">
                  <a:moveTo>
                    <a:pt x="1" y="10930"/>
                  </a:moveTo>
                  <a:lnTo>
                    <a:pt x="4305" y="10930"/>
                  </a:lnTo>
                  <a:lnTo>
                    <a:pt x="430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5"/>
            <p:cNvSpPr/>
            <p:nvPr/>
          </p:nvSpPr>
          <p:spPr>
            <a:xfrm>
              <a:off x="6610429" y="4381723"/>
              <a:ext cx="212873" cy="79625"/>
            </a:xfrm>
            <a:custGeom>
              <a:rect b="b" l="l" r="r" t="t"/>
              <a:pathLst>
                <a:path extrusionOk="0" h="1084" w="2898">
                  <a:moveTo>
                    <a:pt x="0" y="1083"/>
                  </a:moveTo>
                  <a:lnTo>
                    <a:pt x="2898" y="1083"/>
                  </a:lnTo>
                  <a:lnTo>
                    <a:pt x="28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5"/>
            <p:cNvSpPr/>
            <p:nvPr/>
          </p:nvSpPr>
          <p:spPr>
            <a:xfrm>
              <a:off x="6500394" y="4287186"/>
              <a:ext cx="415388" cy="55826"/>
            </a:xfrm>
            <a:custGeom>
              <a:rect b="b" l="l" r="r" t="t"/>
              <a:pathLst>
                <a:path extrusionOk="0" h="760" w="5655">
                  <a:moveTo>
                    <a:pt x="0" y="0"/>
                  </a:moveTo>
                  <a:lnTo>
                    <a:pt x="5655" y="0"/>
                  </a:lnTo>
                  <a:lnTo>
                    <a:pt x="5655" y="760"/>
                  </a:lnTo>
                  <a:lnTo>
                    <a:pt x="0" y="7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5"/>
            <p:cNvSpPr/>
            <p:nvPr/>
          </p:nvSpPr>
          <p:spPr>
            <a:xfrm>
              <a:off x="6537048" y="4941154"/>
              <a:ext cx="350821" cy="204646"/>
            </a:xfrm>
            <a:custGeom>
              <a:rect b="b" l="l" r="r" t="t"/>
              <a:pathLst>
                <a:path extrusionOk="0" h="2786" w="4776">
                  <a:moveTo>
                    <a:pt x="0" y="2786"/>
                  </a:moveTo>
                  <a:lnTo>
                    <a:pt x="4776" y="2786"/>
                  </a:lnTo>
                  <a:lnTo>
                    <a:pt x="477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5"/>
            <p:cNvSpPr/>
            <p:nvPr/>
          </p:nvSpPr>
          <p:spPr>
            <a:xfrm>
              <a:off x="6367075" y="5077051"/>
              <a:ext cx="312100" cy="79099"/>
            </a:xfrm>
            <a:custGeom>
              <a:rect b="b" l="l" r="r" t="t"/>
              <a:pathLst>
                <a:path extrusionOk="0" h="936" w="4249">
                  <a:moveTo>
                    <a:pt x="1027" y="0"/>
                  </a:moveTo>
                  <a:lnTo>
                    <a:pt x="1027" y="0"/>
                  </a:lnTo>
                  <a:lnTo>
                    <a:pt x="1" y="0"/>
                  </a:lnTo>
                  <a:lnTo>
                    <a:pt x="1" y="936"/>
                  </a:lnTo>
                  <a:lnTo>
                    <a:pt x="4248" y="936"/>
                  </a:lnTo>
                  <a:lnTo>
                    <a:pt x="42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5"/>
            <p:cNvSpPr/>
            <p:nvPr/>
          </p:nvSpPr>
          <p:spPr>
            <a:xfrm>
              <a:off x="6442512" y="5012479"/>
              <a:ext cx="294555" cy="64640"/>
            </a:xfrm>
            <a:custGeom>
              <a:rect b="b" l="l" r="r" t="t"/>
              <a:pathLst>
                <a:path extrusionOk="0" h="880" w="4010">
                  <a:moveTo>
                    <a:pt x="0" y="0"/>
                  </a:moveTo>
                  <a:lnTo>
                    <a:pt x="0" y="879"/>
                  </a:lnTo>
                  <a:lnTo>
                    <a:pt x="4009" y="879"/>
                  </a:lnTo>
                  <a:lnTo>
                    <a:pt x="4009" y="0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5"/>
            <p:cNvSpPr/>
            <p:nvPr/>
          </p:nvSpPr>
          <p:spPr>
            <a:xfrm>
              <a:off x="6502451" y="4941154"/>
              <a:ext cx="309980" cy="71398"/>
            </a:xfrm>
            <a:custGeom>
              <a:rect b="b" l="l" r="r" t="t"/>
              <a:pathLst>
                <a:path extrusionOk="0" h="972" w="4220">
                  <a:moveTo>
                    <a:pt x="0" y="971"/>
                  </a:moveTo>
                  <a:lnTo>
                    <a:pt x="4220" y="971"/>
                  </a:lnTo>
                  <a:lnTo>
                    <a:pt x="422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5"/>
            <p:cNvSpPr/>
            <p:nvPr/>
          </p:nvSpPr>
          <p:spPr>
            <a:xfrm>
              <a:off x="6797371" y="4665846"/>
              <a:ext cx="60527" cy="60527"/>
            </a:xfrm>
            <a:custGeom>
              <a:rect b="b" l="l" r="r" t="t"/>
              <a:pathLst>
                <a:path extrusionOk="0" h="824" w="824">
                  <a:moveTo>
                    <a:pt x="824" y="408"/>
                  </a:moveTo>
                  <a:cubicBezTo>
                    <a:pt x="824" y="619"/>
                    <a:pt x="648" y="823"/>
                    <a:pt x="409" y="823"/>
                  </a:cubicBezTo>
                  <a:cubicBezTo>
                    <a:pt x="177" y="823"/>
                    <a:pt x="1" y="619"/>
                    <a:pt x="1" y="408"/>
                  </a:cubicBezTo>
                  <a:cubicBezTo>
                    <a:pt x="1" y="176"/>
                    <a:pt x="177" y="0"/>
                    <a:pt x="409" y="0"/>
                  </a:cubicBezTo>
                  <a:cubicBezTo>
                    <a:pt x="648" y="0"/>
                    <a:pt x="824" y="176"/>
                    <a:pt x="824" y="4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5"/>
            <p:cNvSpPr/>
            <p:nvPr/>
          </p:nvSpPr>
          <p:spPr>
            <a:xfrm>
              <a:off x="7970585" y="4241718"/>
              <a:ext cx="747111" cy="904084"/>
            </a:xfrm>
            <a:custGeom>
              <a:rect b="b" l="l" r="r" t="t"/>
              <a:pathLst>
                <a:path extrusionOk="0" h="12308" w="10171">
                  <a:moveTo>
                    <a:pt x="9819" y="0"/>
                  </a:moveTo>
                  <a:lnTo>
                    <a:pt x="1" y="0"/>
                  </a:lnTo>
                  <a:lnTo>
                    <a:pt x="1" y="12308"/>
                  </a:lnTo>
                  <a:lnTo>
                    <a:pt x="10171" y="12308"/>
                  </a:lnTo>
                  <a:lnTo>
                    <a:pt x="10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5"/>
            <p:cNvSpPr/>
            <p:nvPr/>
          </p:nvSpPr>
          <p:spPr>
            <a:xfrm>
              <a:off x="8717617" y="4241718"/>
              <a:ext cx="921199" cy="904084"/>
            </a:xfrm>
            <a:custGeom>
              <a:rect b="b" l="l" r="r" t="t"/>
              <a:pathLst>
                <a:path extrusionOk="0" h="12308" w="12541">
                  <a:moveTo>
                    <a:pt x="1" y="0"/>
                  </a:moveTo>
                  <a:lnTo>
                    <a:pt x="1" y="12308"/>
                  </a:lnTo>
                  <a:lnTo>
                    <a:pt x="12540" y="12308"/>
                  </a:lnTo>
                  <a:lnTo>
                    <a:pt x="125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5"/>
            <p:cNvSpPr/>
            <p:nvPr/>
          </p:nvSpPr>
          <p:spPr>
            <a:xfrm>
              <a:off x="8872606" y="4564551"/>
              <a:ext cx="628261" cy="581249"/>
            </a:xfrm>
            <a:custGeom>
              <a:rect b="b" l="l" r="r" t="t"/>
              <a:pathLst>
                <a:path extrusionOk="0" h="7913" w="8553">
                  <a:moveTo>
                    <a:pt x="0" y="7913"/>
                  </a:moveTo>
                  <a:lnTo>
                    <a:pt x="8553" y="7913"/>
                  </a:lnTo>
                  <a:lnTo>
                    <a:pt x="8553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5"/>
            <p:cNvSpPr/>
            <p:nvPr/>
          </p:nvSpPr>
          <p:spPr>
            <a:xfrm>
              <a:off x="7921004" y="3774692"/>
              <a:ext cx="940812" cy="467100"/>
            </a:xfrm>
            <a:custGeom>
              <a:rect b="b" l="l" r="r" t="t"/>
              <a:pathLst>
                <a:path extrusionOk="0" h="6359" w="12808">
                  <a:moveTo>
                    <a:pt x="1" y="5683"/>
                  </a:moveTo>
                  <a:lnTo>
                    <a:pt x="233" y="6358"/>
                  </a:lnTo>
                  <a:lnTo>
                    <a:pt x="10494" y="6358"/>
                  </a:lnTo>
                  <a:lnTo>
                    <a:pt x="128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5"/>
            <p:cNvSpPr/>
            <p:nvPr/>
          </p:nvSpPr>
          <p:spPr>
            <a:xfrm>
              <a:off x="8691761" y="3774692"/>
              <a:ext cx="1005452" cy="467100"/>
            </a:xfrm>
            <a:custGeom>
              <a:rect b="b" l="l" r="r" t="t"/>
              <a:pathLst>
                <a:path extrusionOk="0" h="6359" w="13688">
                  <a:moveTo>
                    <a:pt x="2315" y="0"/>
                  </a:moveTo>
                  <a:lnTo>
                    <a:pt x="13687" y="5655"/>
                  </a:lnTo>
                  <a:lnTo>
                    <a:pt x="13476" y="6358"/>
                  </a:lnTo>
                  <a:lnTo>
                    <a:pt x="1" y="63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5"/>
            <p:cNvSpPr/>
            <p:nvPr/>
          </p:nvSpPr>
          <p:spPr>
            <a:xfrm>
              <a:off x="8125574" y="4467958"/>
              <a:ext cx="467100" cy="189147"/>
            </a:xfrm>
            <a:custGeom>
              <a:rect b="b" l="l" r="r" t="t"/>
              <a:pathLst>
                <a:path extrusionOk="0" h="2575" w="6359">
                  <a:moveTo>
                    <a:pt x="1" y="2575"/>
                  </a:moveTo>
                  <a:lnTo>
                    <a:pt x="6359" y="2575"/>
                  </a:lnTo>
                  <a:lnTo>
                    <a:pt x="635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5"/>
            <p:cNvSpPr/>
            <p:nvPr/>
          </p:nvSpPr>
          <p:spPr>
            <a:xfrm>
              <a:off x="8160171" y="4467958"/>
              <a:ext cx="432503" cy="189147"/>
            </a:xfrm>
            <a:custGeom>
              <a:rect b="b" l="l" r="r" t="t"/>
              <a:pathLst>
                <a:path extrusionOk="0" h="2575" w="5888">
                  <a:moveTo>
                    <a:pt x="1" y="2575"/>
                  </a:moveTo>
                  <a:lnTo>
                    <a:pt x="5888" y="2575"/>
                  </a:lnTo>
                  <a:lnTo>
                    <a:pt x="588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5"/>
            <p:cNvSpPr/>
            <p:nvPr/>
          </p:nvSpPr>
          <p:spPr>
            <a:xfrm>
              <a:off x="8230981" y="4467958"/>
              <a:ext cx="116279" cy="189147"/>
            </a:xfrm>
            <a:custGeom>
              <a:rect b="b" l="l" r="r" t="t"/>
              <a:pathLst>
                <a:path extrusionOk="0" h="2575" w="1583">
                  <a:moveTo>
                    <a:pt x="352" y="2575"/>
                  </a:moveTo>
                  <a:lnTo>
                    <a:pt x="1583" y="1"/>
                  </a:lnTo>
                  <a:lnTo>
                    <a:pt x="1231" y="1"/>
                  </a:lnTo>
                  <a:lnTo>
                    <a:pt x="0" y="2575"/>
                  </a:ln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5"/>
            <p:cNvSpPr/>
            <p:nvPr/>
          </p:nvSpPr>
          <p:spPr>
            <a:xfrm>
              <a:off x="8297605" y="4467958"/>
              <a:ext cx="116353" cy="189147"/>
            </a:xfrm>
            <a:custGeom>
              <a:rect b="b" l="l" r="r" t="t"/>
              <a:pathLst>
                <a:path extrusionOk="0" h="2575" w="1584">
                  <a:moveTo>
                    <a:pt x="352" y="2575"/>
                  </a:moveTo>
                  <a:lnTo>
                    <a:pt x="1583" y="1"/>
                  </a:lnTo>
                  <a:lnTo>
                    <a:pt x="1232" y="1"/>
                  </a:lnTo>
                  <a:lnTo>
                    <a:pt x="1" y="2575"/>
                  </a:ln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5"/>
            <p:cNvSpPr/>
            <p:nvPr/>
          </p:nvSpPr>
          <p:spPr>
            <a:xfrm>
              <a:off x="9455835" y="4564551"/>
              <a:ext cx="45028" cy="581249"/>
            </a:xfrm>
            <a:custGeom>
              <a:rect b="b" l="l" r="r" t="t"/>
              <a:pathLst>
                <a:path extrusionOk="0" h="7913" w="613">
                  <a:moveTo>
                    <a:pt x="1" y="7913"/>
                  </a:moveTo>
                  <a:lnTo>
                    <a:pt x="613" y="7913"/>
                  </a:lnTo>
                  <a:lnTo>
                    <a:pt x="613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5"/>
            <p:cNvSpPr/>
            <p:nvPr/>
          </p:nvSpPr>
          <p:spPr>
            <a:xfrm>
              <a:off x="7341889" y="4418376"/>
              <a:ext cx="492957" cy="359636"/>
            </a:xfrm>
            <a:custGeom>
              <a:rect b="b" l="l" r="r" t="t"/>
              <a:pathLst>
                <a:path extrusionOk="0" h="4896" w="6711">
                  <a:moveTo>
                    <a:pt x="1" y="4895"/>
                  </a:moveTo>
                  <a:lnTo>
                    <a:pt x="6710" y="4895"/>
                  </a:lnTo>
                  <a:lnTo>
                    <a:pt x="671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5"/>
            <p:cNvSpPr/>
            <p:nvPr/>
          </p:nvSpPr>
          <p:spPr>
            <a:xfrm>
              <a:off x="7341889" y="4418376"/>
              <a:ext cx="458873" cy="359636"/>
            </a:xfrm>
            <a:custGeom>
              <a:rect b="b" l="l" r="r" t="t"/>
              <a:pathLst>
                <a:path extrusionOk="0" h="4896" w="6247">
                  <a:moveTo>
                    <a:pt x="1" y="4895"/>
                  </a:moveTo>
                  <a:lnTo>
                    <a:pt x="6246" y="4895"/>
                  </a:lnTo>
                  <a:lnTo>
                    <a:pt x="624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5"/>
            <p:cNvSpPr/>
            <p:nvPr/>
          </p:nvSpPr>
          <p:spPr>
            <a:xfrm>
              <a:off x="7561444" y="4418376"/>
              <a:ext cx="19686" cy="359636"/>
            </a:xfrm>
            <a:custGeom>
              <a:rect b="b" l="l" r="r" t="t"/>
              <a:pathLst>
                <a:path extrusionOk="0" h="4896" w="268">
                  <a:moveTo>
                    <a:pt x="1" y="4895"/>
                  </a:moveTo>
                  <a:lnTo>
                    <a:pt x="1" y="0"/>
                  </a:lnTo>
                  <a:lnTo>
                    <a:pt x="268" y="0"/>
                  </a:lnTo>
                  <a:lnTo>
                    <a:pt x="268" y="48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5"/>
            <p:cNvSpPr/>
            <p:nvPr/>
          </p:nvSpPr>
          <p:spPr>
            <a:xfrm>
              <a:off x="7776886" y="4418376"/>
              <a:ext cx="23873" cy="359636"/>
            </a:xfrm>
            <a:custGeom>
              <a:rect b="b" l="l" r="r" t="t"/>
              <a:pathLst>
                <a:path extrusionOk="0" h="4896" w="325">
                  <a:moveTo>
                    <a:pt x="1" y="4895"/>
                  </a:moveTo>
                  <a:lnTo>
                    <a:pt x="324" y="4895"/>
                  </a:lnTo>
                  <a:lnTo>
                    <a:pt x="32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5"/>
            <p:cNvSpPr/>
            <p:nvPr/>
          </p:nvSpPr>
          <p:spPr>
            <a:xfrm>
              <a:off x="7341889" y="4586294"/>
              <a:ext cx="458873" cy="21743"/>
            </a:xfrm>
            <a:custGeom>
              <a:rect b="b" l="l" r="r" t="t"/>
              <a:pathLst>
                <a:path extrusionOk="0" h="296" w="6247">
                  <a:moveTo>
                    <a:pt x="1" y="296"/>
                  </a:moveTo>
                  <a:lnTo>
                    <a:pt x="6246" y="296"/>
                  </a:lnTo>
                  <a:lnTo>
                    <a:pt x="624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5"/>
            <p:cNvSpPr/>
            <p:nvPr/>
          </p:nvSpPr>
          <p:spPr>
            <a:xfrm>
              <a:off x="7408512" y="4476846"/>
              <a:ext cx="71398" cy="79552"/>
            </a:xfrm>
            <a:custGeom>
              <a:rect b="b" l="l" r="r" t="t"/>
              <a:pathLst>
                <a:path extrusionOk="0" h="1083" w="972">
                  <a:moveTo>
                    <a:pt x="884" y="1"/>
                  </a:moveTo>
                  <a:cubicBezTo>
                    <a:pt x="861" y="1"/>
                    <a:pt x="838" y="10"/>
                    <a:pt x="824" y="27"/>
                  </a:cubicBezTo>
                  <a:lnTo>
                    <a:pt x="36" y="935"/>
                  </a:lnTo>
                  <a:cubicBezTo>
                    <a:pt x="1" y="963"/>
                    <a:pt x="1" y="1019"/>
                    <a:pt x="36" y="1047"/>
                  </a:cubicBezTo>
                  <a:cubicBezTo>
                    <a:pt x="36" y="1047"/>
                    <a:pt x="64" y="1082"/>
                    <a:pt x="92" y="1082"/>
                  </a:cubicBezTo>
                  <a:cubicBezTo>
                    <a:pt x="92" y="1082"/>
                    <a:pt x="121" y="1047"/>
                    <a:pt x="149" y="1047"/>
                  </a:cubicBezTo>
                  <a:lnTo>
                    <a:pt x="943" y="112"/>
                  </a:lnTo>
                  <a:cubicBezTo>
                    <a:pt x="972" y="84"/>
                    <a:pt x="972" y="55"/>
                    <a:pt x="943" y="27"/>
                  </a:cubicBezTo>
                  <a:cubicBezTo>
                    <a:pt x="929" y="10"/>
                    <a:pt x="906" y="1"/>
                    <a:pt x="884" y="1"/>
                  </a:cubicBez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5"/>
            <p:cNvSpPr/>
            <p:nvPr/>
          </p:nvSpPr>
          <p:spPr>
            <a:xfrm>
              <a:off x="7669422" y="4638447"/>
              <a:ext cx="72941" cy="79111"/>
            </a:xfrm>
            <a:custGeom>
              <a:rect b="b" l="l" r="r" t="t"/>
              <a:pathLst>
                <a:path extrusionOk="0" h="1077" w="993">
                  <a:moveTo>
                    <a:pt x="907" y="1"/>
                  </a:moveTo>
                  <a:cubicBezTo>
                    <a:pt x="885" y="1"/>
                    <a:pt x="862" y="8"/>
                    <a:pt x="845" y="22"/>
                  </a:cubicBezTo>
                  <a:lnTo>
                    <a:pt x="29" y="929"/>
                  </a:lnTo>
                  <a:cubicBezTo>
                    <a:pt x="1" y="957"/>
                    <a:pt x="29" y="1020"/>
                    <a:pt x="57" y="1048"/>
                  </a:cubicBezTo>
                  <a:lnTo>
                    <a:pt x="85" y="1077"/>
                  </a:lnTo>
                  <a:cubicBezTo>
                    <a:pt x="113" y="1077"/>
                    <a:pt x="141" y="1048"/>
                    <a:pt x="141" y="1048"/>
                  </a:cubicBezTo>
                  <a:lnTo>
                    <a:pt x="964" y="113"/>
                  </a:lnTo>
                  <a:cubicBezTo>
                    <a:pt x="992" y="78"/>
                    <a:pt x="992" y="50"/>
                    <a:pt x="964" y="22"/>
                  </a:cubicBezTo>
                  <a:cubicBezTo>
                    <a:pt x="950" y="8"/>
                    <a:pt x="929" y="1"/>
                    <a:pt x="907" y="1"/>
                  </a:cubicBez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5"/>
            <p:cNvSpPr/>
            <p:nvPr/>
          </p:nvSpPr>
          <p:spPr>
            <a:xfrm>
              <a:off x="7619840" y="4655488"/>
              <a:ext cx="70811" cy="79111"/>
            </a:xfrm>
            <a:custGeom>
              <a:rect b="b" l="l" r="r" t="t"/>
              <a:pathLst>
                <a:path extrusionOk="0" h="1077" w="964">
                  <a:moveTo>
                    <a:pt x="894" y="1"/>
                  </a:moveTo>
                  <a:cubicBezTo>
                    <a:pt x="880" y="1"/>
                    <a:pt x="866" y="8"/>
                    <a:pt x="851" y="22"/>
                  </a:cubicBezTo>
                  <a:lnTo>
                    <a:pt x="29" y="964"/>
                  </a:lnTo>
                  <a:cubicBezTo>
                    <a:pt x="0" y="992"/>
                    <a:pt x="0" y="1020"/>
                    <a:pt x="29" y="1048"/>
                  </a:cubicBezTo>
                  <a:cubicBezTo>
                    <a:pt x="29" y="1077"/>
                    <a:pt x="57" y="1077"/>
                    <a:pt x="85" y="1077"/>
                  </a:cubicBezTo>
                  <a:cubicBezTo>
                    <a:pt x="85" y="1077"/>
                    <a:pt x="113" y="1077"/>
                    <a:pt x="148" y="1048"/>
                  </a:cubicBezTo>
                  <a:lnTo>
                    <a:pt x="964" y="141"/>
                  </a:lnTo>
                  <a:cubicBezTo>
                    <a:pt x="964" y="113"/>
                    <a:pt x="964" y="57"/>
                    <a:pt x="936" y="22"/>
                  </a:cubicBezTo>
                  <a:cubicBezTo>
                    <a:pt x="922" y="8"/>
                    <a:pt x="908" y="1"/>
                    <a:pt x="894" y="1"/>
                  </a:cubicBezTo>
                  <a:close/>
                </a:path>
              </a:pathLst>
            </a:custGeom>
            <a:solidFill>
              <a:srgbClr val="4E4958">
                <a:alpha val="1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5"/>
            <p:cNvSpPr/>
            <p:nvPr/>
          </p:nvSpPr>
          <p:spPr>
            <a:xfrm>
              <a:off x="7921004" y="3774692"/>
              <a:ext cx="940812" cy="467100"/>
            </a:xfrm>
            <a:custGeom>
              <a:rect b="b" l="l" r="r" t="t"/>
              <a:pathLst>
                <a:path extrusionOk="0" h="6359" w="12808">
                  <a:moveTo>
                    <a:pt x="1" y="5683"/>
                  </a:moveTo>
                  <a:lnTo>
                    <a:pt x="233" y="6358"/>
                  </a:lnTo>
                  <a:lnTo>
                    <a:pt x="10494" y="6358"/>
                  </a:lnTo>
                  <a:lnTo>
                    <a:pt x="12808" y="0"/>
                  </a:lnTo>
                  <a:close/>
                </a:path>
              </a:pathLst>
            </a:custGeom>
            <a:solidFill>
              <a:srgbClr val="332B45">
                <a:alpha val="5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5" name="Google Shape;1325;p25"/>
          <p:cNvGrpSpPr/>
          <p:nvPr/>
        </p:nvGrpSpPr>
        <p:grpSpPr>
          <a:xfrm>
            <a:off x="8452596" y="4507047"/>
            <a:ext cx="1383032" cy="639647"/>
            <a:chOff x="5951675" y="3577056"/>
            <a:chExt cx="2233218" cy="1032855"/>
          </a:xfrm>
        </p:grpSpPr>
        <p:sp>
          <p:nvSpPr>
            <p:cNvPr id="1326" name="Google Shape;1326;p25"/>
            <p:cNvSpPr/>
            <p:nvPr/>
          </p:nvSpPr>
          <p:spPr>
            <a:xfrm>
              <a:off x="5951675" y="3812955"/>
              <a:ext cx="737887" cy="796955"/>
            </a:xfrm>
            <a:custGeom>
              <a:rect b="b" l="l" r="r" t="t"/>
              <a:pathLst>
                <a:path extrusionOk="0" h="4277" w="3960">
                  <a:moveTo>
                    <a:pt x="1146" y="4276"/>
                  </a:moveTo>
                  <a:cubicBezTo>
                    <a:pt x="499" y="4276"/>
                    <a:pt x="0" y="3749"/>
                    <a:pt x="0" y="3130"/>
                  </a:cubicBezTo>
                  <a:cubicBezTo>
                    <a:pt x="0" y="2666"/>
                    <a:pt x="267" y="2286"/>
                    <a:pt x="675" y="2110"/>
                  </a:cubicBezTo>
                  <a:cubicBezTo>
                    <a:pt x="647" y="2019"/>
                    <a:pt x="619" y="1899"/>
                    <a:pt x="619" y="1815"/>
                  </a:cubicBezTo>
                  <a:cubicBezTo>
                    <a:pt x="619" y="1372"/>
                    <a:pt x="907" y="1020"/>
                    <a:pt x="1322" y="936"/>
                  </a:cubicBezTo>
                  <a:cubicBezTo>
                    <a:pt x="1294" y="844"/>
                    <a:pt x="1294" y="788"/>
                    <a:pt x="1294" y="703"/>
                  </a:cubicBezTo>
                  <a:cubicBezTo>
                    <a:pt x="1294" y="317"/>
                    <a:pt x="1611" y="0"/>
                    <a:pt x="1997" y="0"/>
                  </a:cubicBezTo>
                  <a:cubicBezTo>
                    <a:pt x="2377" y="0"/>
                    <a:pt x="2701" y="317"/>
                    <a:pt x="2701" y="703"/>
                  </a:cubicBezTo>
                  <a:cubicBezTo>
                    <a:pt x="2701" y="788"/>
                    <a:pt x="2701" y="844"/>
                    <a:pt x="2666" y="936"/>
                  </a:cubicBezTo>
                  <a:cubicBezTo>
                    <a:pt x="3052" y="1055"/>
                    <a:pt x="3341" y="1407"/>
                    <a:pt x="3341" y="1815"/>
                  </a:cubicBezTo>
                  <a:cubicBezTo>
                    <a:pt x="3341" y="1899"/>
                    <a:pt x="3313" y="2019"/>
                    <a:pt x="3284" y="2110"/>
                  </a:cubicBezTo>
                  <a:cubicBezTo>
                    <a:pt x="3692" y="2286"/>
                    <a:pt x="3960" y="2666"/>
                    <a:pt x="3960" y="3130"/>
                  </a:cubicBezTo>
                  <a:cubicBezTo>
                    <a:pt x="3960" y="3749"/>
                    <a:pt x="3460" y="4276"/>
                    <a:pt x="2813" y="42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0999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5"/>
            <p:cNvSpPr/>
            <p:nvPr/>
          </p:nvSpPr>
          <p:spPr>
            <a:xfrm>
              <a:off x="7431168" y="3801030"/>
              <a:ext cx="753725" cy="808880"/>
            </a:xfrm>
            <a:custGeom>
              <a:rect b="b" l="l" r="r" t="t"/>
              <a:pathLst>
                <a:path extrusionOk="0" h="4341" w="4045">
                  <a:moveTo>
                    <a:pt x="1203" y="4340"/>
                  </a:moveTo>
                  <a:cubicBezTo>
                    <a:pt x="528" y="4340"/>
                    <a:pt x="0" y="3813"/>
                    <a:pt x="0" y="3194"/>
                  </a:cubicBezTo>
                  <a:cubicBezTo>
                    <a:pt x="0" y="2730"/>
                    <a:pt x="296" y="2315"/>
                    <a:pt x="704" y="2139"/>
                  </a:cubicBezTo>
                  <a:cubicBezTo>
                    <a:pt x="675" y="2055"/>
                    <a:pt x="647" y="1935"/>
                    <a:pt x="647" y="1851"/>
                  </a:cubicBezTo>
                  <a:cubicBezTo>
                    <a:pt x="647" y="1407"/>
                    <a:pt x="971" y="1056"/>
                    <a:pt x="1379" y="943"/>
                  </a:cubicBezTo>
                  <a:cubicBezTo>
                    <a:pt x="1351" y="880"/>
                    <a:pt x="1323" y="796"/>
                    <a:pt x="1323" y="704"/>
                  </a:cubicBezTo>
                  <a:cubicBezTo>
                    <a:pt x="1323" y="324"/>
                    <a:pt x="1646" y="1"/>
                    <a:pt x="2054" y="1"/>
                  </a:cubicBezTo>
                  <a:cubicBezTo>
                    <a:pt x="2434" y="1"/>
                    <a:pt x="2757" y="324"/>
                    <a:pt x="2757" y="704"/>
                  </a:cubicBezTo>
                  <a:cubicBezTo>
                    <a:pt x="2757" y="796"/>
                    <a:pt x="2757" y="880"/>
                    <a:pt x="2729" y="971"/>
                  </a:cubicBezTo>
                  <a:cubicBezTo>
                    <a:pt x="3109" y="1056"/>
                    <a:pt x="3404" y="1436"/>
                    <a:pt x="3404" y="1851"/>
                  </a:cubicBezTo>
                  <a:cubicBezTo>
                    <a:pt x="3404" y="1935"/>
                    <a:pt x="3376" y="2055"/>
                    <a:pt x="3341" y="2139"/>
                  </a:cubicBezTo>
                  <a:cubicBezTo>
                    <a:pt x="3756" y="2315"/>
                    <a:pt x="4044" y="2730"/>
                    <a:pt x="4044" y="3194"/>
                  </a:cubicBezTo>
                  <a:cubicBezTo>
                    <a:pt x="4044" y="3813"/>
                    <a:pt x="3517" y="4340"/>
                    <a:pt x="2877" y="43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0999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5"/>
            <p:cNvSpPr/>
            <p:nvPr/>
          </p:nvSpPr>
          <p:spPr>
            <a:xfrm>
              <a:off x="6377448" y="3577056"/>
              <a:ext cx="962048" cy="1032855"/>
            </a:xfrm>
            <a:custGeom>
              <a:rect b="b" l="l" r="r" t="t"/>
              <a:pathLst>
                <a:path extrusionOk="0" h="5543" w="5163">
                  <a:moveTo>
                    <a:pt x="1499" y="5542"/>
                  </a:moveTo>
                  <a:cubicBezTo>
                    <a:pt x="676" y="5542"/>
                    <a:pt x="1" y="4867"/>
                    <a:pt x="1" y="4044"/>
                  </a:cubicBezTo>
                  <a:cubicBezTo>
                    <a:pt x="1" y="3460"/>
                    <a:pt x="352" y="2961"/>
                    <a:pt x="880" y="2729"/>
                  </a:cubicBezTo>
                  <a:cubicBezTo>
                    <a:pt x="824" y="2609"/>
                    <a:pt x="796" y="2462"/>
                    <a:pt x="796" y="2349"/>
                  </a:cubicBezTo>
                  <a:cubicBezTo>
                    <a:pt x="796" y="1794"/>
                    <a:pt x="1203" y="1322"/>
                    <a:pt x="1731" y="1203"/>
                  </a:cubicBezTo>
                  <a:cubicBezTo>
                    <a:pt x="1703" y="1118"/>
                    <a:pt x="1675" y="999"/>
                    <a:pt x="1675" y="879"/>
                  </a:cubicBezTo>
                  <a:cubicBezTo>
                    <a:pt x="1675" y="387"/>
                    <a:pt x="2083" y="0"/>
                    <a:pt x="2582" y="0"/>
                  </a:cubicBezTo>
                  <a:cubicBezTo>
                    <a:pt x="3109" y="0"/>
                    <a:pt x="3517" y="387"/>
                    <a:pt x="3517" y="879"/>
                  </a:cubicBezTo>
                  <a:cubicBezTo>
                    <a:pt x="3517" y="999"/>
                    <a:pt x="3489" y="1118"/>
                    <a:pt x="3461" y="1203"/>
                  </a:cubicBezTo>
                  <a:cubicBezTo>
                    <a:pt x="3960" y="1351"/>
                    <a:pt x="4340" y="1822"/>
                    <a:pt x="4340" y="2349"/>
                  </a:cubicBezTo>
                  <a:cubicBezTo>
                    <a:pt x="4340" y="2462"/>
                    <a:pt x="4312" y="2609"/>
                    <a:pt x="4284" y="2729"/>
                  </a:cubicBezTo>
                  <a:cubicBezTo>
                    <a:pt x="4811" y="2961"/>
                    <a:pt x="5163" y="3460"/>
                    <a:pt x="5163" y="4044"/>
                  </a:cubicBezTo>
                  <a:cubicBezTo>
                    <a:pt x="5163" y="4867"/>
                    <a:pt x="4488" y="5542"/>
                    <a:pt x="3637" y="55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0999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9" name="Google Shape;1329;p25"/>
          <p:cNvSpPr/>
          <p:nvPr/>
        </p:nvSpPr>
        <p:spPr>
          <a:xfrm>
            <a:off x="6928050" y="1323375"/>
            <a:ext cx="840952" cy="1162694"/>
          </a:xfrm>
          <a:custGeom>
            <a:rect b="b" l="l" r="r" t="t"/>
            <a:pathLst>
              <a:path extrusionOk="0" h="17785" w="12864">
                <a:moveTo>
                  <a:pt x="6478" y="3219"/>
                </a:moveTo>
                <a:cubicBezTo>
                  <a:pt x="8152" y="3219"/>
                  <a:pt x="9495" y="4569"/>
                  <a:pt x="9495" y="6243"/>
                </a:cubicBezTo>
                <a:cubicBezTo>
                  <a:pt x="9495" y="7910"/>
                  <a:pt x="8116" y="9260"/>
                  <a:pt x="6450" y="9260"/>
                </a:cubicBezTo>
                <a:cubicBezTo>
                  <a:pt x="4811" y="9260"/>
                  <a:pt x="3461" y="7882"/>
                  <a:pt x="3461" y="6243"/>
                </a:cubicBezTo>
                <a:cubicBezTo>
                  <a:pt x="3461" y="4569"/>
                  <a:pt x="4811" y="3219"/>
                  <a:pt x="6478" y="3219"/>
                </a:cubicBezTo>
                <a:close/>
                <a:moveTo>
                  <a:pt x="6470" y="1"/>
                </a:moveTo>
                <a:cubicBezTo>
                  <a:pt x="4106" y="1"/>
                  <a:pt x="1916" y="1340"/>
                  <a:pt x="880" y="3458"/>
                </a:cubicBezTo>
                <a:cubicBezTo>
                  <a:pt x="148" y="4949"/>
                  <a:pt x="0" y="6475"/>
                  <a:pt x="591" y="8030"/>
                </a:cubicBezTo>
                <a:cubicBezTo>
                  <a:pt x="795" y="8557"/>
                  <a:pt x="1027" y="9085"/>
                  <a:pt x="1259" y="9612"/>
                </a:cubicBezTo>
                <a:cubicBezTo>
                  <a:pt x="2202" y="11546"/>
                  <a:pt x="3341" y="13361"/>
                  <a:pt x="4572" y="15119"/>
                </a:cubicBezTo>
                <a:cubicBezTo>
                  <a:pt x="5163" y="16026"/>
                  <a:pt x="5803" y="16877"/>
                  <a:pt x="6450" y="17784"/>
                </a:cubicBezTo>
                <a:cubicBezTo>
                  <a:pt x="6569" y="17672"/>
                  <a:pt x="6625" y="17609"/>
                  <a:pt x="6682" y="17524"/>
                </a:cubicBezTo>
                <a:cubicBezTo>
                  <a:pt x="7737" y="15998"/>
                  <a:pt x="8820" y="14472"/>
                  <a:pt x="9847" y="12925"/>
                </a:cubicBezTo>
                <a:cubicBezTo>
                  <a:pt x="10754" y="11483"/>
                  <a:pt x="11577" y="9992"/>
                  <a:pt x="12224" y="8409"/>
                </a:cubicBezTo>
                <a:cubicBezTo>
                  <a:pt x="12751" y="7122"/>
                  <a:pt x="12864" y="5828"/>
                  <a:pt x="12456" y="4485"/>
                </a:cubicBezTo>
                <a:cubicBezTo>
                  <a:pt x="11752" y="2023"/>
                  <a:pt x="9586" y="230"/>
                  <a:pt x="7033" y="26"/>
                </a:cubicBezTo>
                <a:cubicBezTo>
                  <a:pt x="6845" y="9"/>
                  <a:pt x="6657" y="1"/>
                  <a:pt x="647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28588" rotWithShape="0" algn="bl" dir="8280000" dist="295275">
              <a:schemeClr val="dk1">
                <a:alpha val="25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26"/>
          <p:cNvSpPr txBox="1"/>
          <p:nvPr>
            <p:ph idx="2" type="subTitle"/>
          </p:nvPr>
        </p:nvSpPr>
        <p:spPr>
          <a:xfrm>
            <a:off x="1478101" y="168405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Residential, commercial, land, and business personal property (equipment, external structures, etc.)</a:t>
            </a:r>
            <a:endParaRPr/>
          </a:p>
        </p:txBody>
      </p:sp>
      <p:sp>
        <p:nvSpPr>
          <p:cNvPr id="1335" name="Google Shape;1335;p26"/>
          <p:cNvSpPr txBox="1"/>
          <p:nvPr>
            <p:ph idx="3" type="subTitle"/>
          </p:nvPr>
        </p:nvSpPr>
        <p:spPr>
          <a:xfrm>
            <a:off x="5219203" y="168405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 over year change across property types in the top 5 cities in the county</a:t>
            </a:r>
            <a:endParaRPr/>
          </a:p>
        </p:txBody>
      </p:sp>
      <p:sp>
        <p:nvSpPr>
          <p:cNvPr id="1336" name="Google Shape;1336;p26"/>
          <p:cNvSpPr txBox="1"/>
          <p:nvPr>
            <p:ph idx="4" type="subTitle"/>
          </p:nvPr>
        </p:nvSpPr>
        <p:spPr>
          <a:xfrm>
            <a:off x="1478101" y="328410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model most accurately </a:t>
            </a:r>
            <a:r>
              <a:rPr lang="en"/>
              <a:t>products</a:t>
            </a:r>
            <a:r>
              <a:rPr lang="en"/>
              <a:t> market value?</a:t>
            </a:r>
            <a:endParaRPr/>
          </a:p>
        </p:txBody>
      </p:sp>
      <p:sp>
        <p:nvSpPr>
          <p:cNvPr id="1337" name="Google Shape;1337;p26"/>
          <p:cNvSpPr txBox="1"/>
          <p:nvPr>
            <p:ph idx="5" type="subTitle"/>
          </p:nvPr>
        </p:nvSpPr>
        <p:spPr>
          <a:xfrm>
            <a:off x="5219203" y="328410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amenities and non-structural </a:t>
            </a:r>
            <a:r>
              <a:rPr lang="en"/>
              <a:t>attributes</a:t>
            </a:r>
            <a:r>
              <a:rPr lang="en"/>
              <a:t> impact property value? </a:t>
            </a:r>
            <a:endParaRPr/>
          </a:p>
        </p:txBody>
      </p:sp>
      <p:sp>
        <p:nvSpPr>
          <p:cNvPr id="1338" name="Google Shape;1338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Questions/Topics</a:t>
            </a:r>
            <a:endParaRPr/>
          </a:p>
        </p:txBody>
      </p:sp>
      <p:sp>
        <p:nvSpPr>
          <p:cNvPr id="1339" name="Google Shape;1339;p26"/>
          <p:cNvSpPr txBox="1"/>
          <p:nvPr>
            <p:ph idx="1" type="subTitle"/>
          </p:nvPr>
        </p:nvSpPr>
        <p:spPr>
          <a:xfrm>
            <a:off x="1478100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type value</a:t>
            </a:r>
            <a:endParaRPr/>
          </a:p>
        </p:txBody>
      </p:sp>
      <p:sp>
        <p:nvSpPr>
          <p:cNvPr id="1340" name="Google Shape;1340;p26"/>
          <p:cNvSpPr txBox="1"/>
          <p:nvPr>
            <p:ph idx="6" type="subTitle"/>
          </p:nvPr>
        </p:nvSpPr>
        <p:spPr>
          <a:xfrm>
            <a:off x="1478100" y="2851429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prediction</a:t>
            </a:r>
            <a:endParaRPr/>
          </a:p>
        </p:txBody>
      </p:sp>
      <p:sp>
        <p:nvSpPr>
          <p:cNvPr id="1341" name="Google Shape;1341;p26"/>
          <p:cNvSpPr txBox="1"/>
          <p:nvPr>
            <p:ph idx="7" type="subTitle"/>
          </p:nvPr>
        </p:nvSpPr>
        <p:spPr>
          <a:xfrm>
            <a:off x="5219201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change over time</a:t>
            </a:r>
            <a:endParaRPr/>
          </a:p>
        </p:txBody>
      </p:sp>
      <p:sp>
        <p:nvSpPr>
          <p:cNvPr id="1342" name="Google Shape;1342;p26"/>
          <p:cNvSpPr txBox="1"/>
          <p:nvPr>
            <p:ph idx="8" type="subTitle"/>
          </p:nvPr>
        </p:nvSpPr>
        <p:spPr>
          <a:xfrm>
            <a:off x="5219201" y="2851429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Non-structural attributes</a:t>
            </a:r>
            <a:endParaRPr/>
          </a:p>
        </p:txBody>
      </p:sp>
      <p:sp>
        <p:nvSpPr>
          <p:cNvPr id="1343" name="Google Shape;1343;p26"/>
          <p:cNvSpPr/>
          <p:nvPr/>
        </p:nvSpPr>
        <p:spPr>
          <a:xfrm>
            <a:off x="7200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26"/>
          <p:cNvSpPr/>
          <p:nvPr/>
        </p:nvSpPr>
        <p:spPr>
          <a:xfrm>
            <a:off x="720000" y="30318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26"/>
          <p:cNvSpPr/>
          <p:nvPr/>
        </p:nvSpPr>
        <p:spPr>
          <a:xfrm>
            <a:off x="44611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26"/>
          <p:cNvSpPr/>
          <p:nvPr/>
        </p:nvSpPr>
        <p:spPr>
          <a:xfrm>
            <a:off x="4461100" y="30318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7" name="Google Shape;1347;p26"/>
          <p:cNvGrpSpPr/>
          <p:nvPr/>
        </p:nvGrpSpPr>
        <p:grpSpPr>
          <a:xfrm>
            <a:off x="871895" y="3202552"/>
            <a:ext cx="378111" cy="340449"/>
            <a:chOff x="4018525" y="3217325"/>
            <a:chExt cx="348875" cy="314125"/>
          </a:xfrm>
        </p:grpSpPr>
        <p:sp>
          <p:nvSpPr>
            <p:cNvPr id="1348" name="Google Shape;1348;p26"/>
            <p:cNvSpPr/>
            <p:nvPr/>
          </p:nvSpPr>
          <p:spPr>
            <a:xfrm>
              <a:off x="4078900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274" y="0"/>
                  </a:moveTo>
                  <a:cubicBezTo>
                    <a:pt x="254" y="0"/>
                    <a:pt x="234" y="3"/>
                    <a:pt x="214" y="8"/>
                  </a:cubicBezTo>
                  <a:cubicBezTo>
                    <a:pt x="82" y="8"/>
                    <a:pt x="0" y="140"/>
                    <a:pt x="0" y="312"/>
                  </a:cubicBezTo>
                  <a:lnTo>
                    <a:pt x="0" y="1276"/>
                  </a:lnTo>
                  <a:cubicBezTo>
                    <a:pt x="0" y="1408"/>
                    <a:pt x="82" y="1530"/>
                    <a:pt x="214" y="1581"/>
                  </a:cubicBezTo>
                  <a:cubicBezTo>
                    <a:pt x="376" y="1581"/>
                    <a:pt x="548" y="1449"/>
                    <a:pt x="548" y="1276"/>
                  </a:cubicBezTo>
                  <a:lnTo>
                    <a:pt x="548" y="262"/>
                  </a:lnTo>
                  <a:cubicBezTo>
                    <a:pt x="548" y="119"/>
                    <a:pt x="416" y="0"/>
                    <a:pt x="274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6"/>
            <p:cNvSpPr/>
            <p:nvPr/>
          </p:nvSpPr>
          <p:spPr>
            <a:xfrm>
              <a:off x="4108575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313" y="0"/>
                  </a:moveTo>
                  <a:cubicBezTo>
                    <a:pt x="294" y="0"/>
                    <a:pt x="275" y="3"/>
                    <a:pt x="254" y="8"/>
                  </a:cubicBezTo>
                  <a:cubicBezTo>
                    <a:pt x="123" y="8"/>
                    <a:pt x="1" y="140"/>
                    <a:pt x="1" y="312"/>
                  </a:cubicBezTo>
                  <a:lnTo>
                    <a:pt x="1" y="1276"/>
                  </a:lnTo>
                  <a:cubicBezTo>
                    <a:pt x="1" y="1408"/>
                    <a:pt x="123" y="1530"/>
                    <a:pt x="254" y="1581"/>
                  </a:cubicBezTo>
                  <a:cubicBezTo>
                    <a:pt x="417" y="1581"/>
                    <a:pt x="549" y="1449"/>
                    <a:pt x="549" y="1276"/>
                  </a:cubicBezTo>
                  <a:lnTo>
                    <a:pt x="549" y="262"/>
                  </a:lnTo>
                  <a:cubicBezTo>
                    <a:pt x="549" y="119"/>
                    <a:pt x="448" y="0"/>
                    <a:pt x="313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6"/>
            <p:cNvSpPr/>
            <p:nvPr/>
          </p:nvSpPr>
          <p:spPr>
            <a:xfrm>
              <a:off x="4093625" y="3399600"/>
              <a:ext cx="13725" cy="13375"/>
            </a:xfrm>
            <a:custGeom>
              <a:rect b="b" l="l" r="r" t="t"/>
              <a:pathLst>
                <a:path extrusionOk="0" h="535" w="549">
                  <a:moveTo>
                    <a:pt x="291" y="0"/>
                  </a:moveTo>
                  <a:cubicBezTo>
                    <a:pt x="218" y="0"/>
                    <a:pt x="139" y="20"/>
                    <a:pt x="91" y="67"/>
                  </a:cubicBezTo>
                  <a:cubicBezTo>
                    <a:pt x="0" y="108"/>
                    <a:pt x="0" y="240"/>
                    <a:pt x="0" y="362"/>
                  </a:cubicBezTo>
                  <a:cubicBezTo>
                    <a:pt x="41" y="453"/>
                    <a:pt x="173" y="534"/>
                    <a:pt x="294" y="534"/>
                  </a:cubicBezTo>
                  <a:cubicBezTo>
                    <a:pt x="426" y="534"/>
                    <a:pt x="507" y="453"/>
                    <a:pt x="548" y="321"/>
                  </a:cubicBezTo>
                  <a:cubicBezTo>
                    <a:pt x="548" y="199"/>
                    <a:pt x="507" y="67"/>
                    <a:pt x="426" y="27"/>
                  </a:cubicBezTo>
                  <a:cubicBezTo>
                    <a:pt x="393" y="10"/>
                    <a:pt x="343" y="0"/>
                    <a:pt x="291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6"/>
            <p:cNvSpPr/>
            <p:nvPr/>
          </p:nvSpPr>
          <p:spPr>
            <a:xfrm>
              <a:off x="4018525" y="3217325"/>
              <a:ext cx="290775" cy="314125"/>
            </a:xfrm>
            <a:custGeom>
              <a:rect b="b" l="l" r="r" t="t"/>
              <a:pathLst>
                <a:path extrusionOk="0" h="12565" w="11631">
                  <a:moveTo>
                    <a:pt x="10321" y="3553"/>
                  </a:moveTo>
                  <a:cubicBezTo>
                    <a:pt x="10747" y="3593"/>
                    <a:pt x="11082" y="3979"/>
                    <a:pt x="11082" y="4395"/>
                  </a:cubicBezTo>
                  <a:cubicBezTo>
                    <a:pt x="11082" y="4821"/>
                    <a:pt x="10747" y="5207"/>
                    <a:pt x="10321" y="5247"/>
                  </a:cubicBezTo>
                  <a:lnTo>
                    <a:pt x="10321" y="3553"/>
                  </a:lnTo>
                  <a:close/>
                  <a:moveTo>
                    <a:pt x="1319" y="3340"/>
                  </a:moveTo>
                  <a:lnTo>
                    <a:pt x="1319" y="5461"/>
                  </a:lnTo>
                  <a:lnTo>
                    <a:pt x="558" y="5461"/>
                  </a:lnTo>
                  <a:lnTo>
                    <a:pt x="558" y="3340"/>
                  </a:lnTo>
                  <a:close/>
                  <a:moveTo>
                    <a:pt x="4699" y="2792"/>
                  </a:moveTo>
                  <a:lnTo>
                    <a:pt x="4699" y="6049"/>
                  </a:lnTo>
                  <a:lnTo>
                    <a:pt x="1867" y="6049"/>
                  </a:lnTo>
                  <a:lnTo>
                    <a:pt x="1867" y="2792"/>
                  </a:lnTo>
                  <a:close/>
                  <a:moveTo>
                    <a:pt x="8373" y="1097"/>
                  </a:moveTo>
                  <a:lnTo>
                    <a:pt x="8373" y="7693"/>
                  </a:lnTo>
                  <a:lnTo>
                    <a:pt x="5247" y="5664"/>
                  </a:lnTo>
                  <a:lnTo>
                    <a:pt x="5247" y="3177"/>
                  </a:lnTo>
                  <a:lnTo>
                    <a:pt x="8373" y="1097"/>
                  </a:lnTo>
                  <a:close/>
                  <a:moveTo>
                    <a:pt x="9773" y="549"/>
                  </a:moveTo>
                  <a:lnTo>
                    <a:pt x="9773" y="8292"/>
                  </a:lnTo>
                  <a:lnTo>
                    <a:pt x="8931" y="8292"/>
                  </a:lnTo>
                  <a:lnTo>
                    <a:pt x="8931" y="549"/>
                  </a:lnTo>
                  <a:close/>
                  <a:moveTo>
                    <a:pt x="5247" y="8373"/>
                  </a:moveTo>
                  <a:lnTo>
                    <a:pt x="5247" y="9053"/>
                  </a:lnTo>
                  <a:lnTo>
                    <a:pt x="4658" y="9053"/>
                  </a:lnTo>
                  <a:lnTo>
                    <a:pt x="4658" y="8373"/>
                  </a:lnTo>
                  <a:close/>
                  <a:moveTo>
                    <a:pt x="4151" y="6597"/>
                  </a:moveTo>
                  <a:lnTo>
                    <a:pt x="4151" y="10991"/>
                  </a:lnTo>
                  <a:cubicBezTo>
                    <a:pt x="4151" y="11418"/>
                    <a:pt x="3897" y="11753"/>
                    <a:pt x="3552" y="11925"/>
                  </a:cubicBezTo>
                  <a:lnTo>
                    <a:pt x="3552" y="8799"/>
                  </a:lnTo>
                  <a:cubicBezTo>
                    <a:pt x="3552" y="8667"/>
                    <a:pt x="3471" y="8546"/>
                    <a:pt x="3349" y="8505"/>
                  </a:cubicBezTo>
                  <a:cubicBezTo>
                    <a:pt x="3177" y="8505"/>
                    <a:pt x="3004" y="8627"/>
                    <a:pt x="3004" y="8799"/>
                  </a:cubicBezTo>
                  <a:lnTo>
                    <a:pt x="3004" y="12006"/>
                  </a:lnTo>
                  <a:lnTo>
                    <a:pt x="2415" y="12006"/>
                  </a:lnTo>
                  <a:lnTo>
                    <a:pt x="2415" y="6597"/>
                  </a:lnTo>
                  <a:close/>
                  <a:moveTo>
                    <a:pt x="8626" y="1"/>
                  </a:moveTo>
                  <a:cubicBezTo>
                    <a:pt x="8504" y="1"/>
                    <a:pt x="8373" y="133"/>
                    <a:pt x="8373" y="254"/>
                  </a:cubicBezTo>
                  <a:lnTo>
                    <a:pt x="8373" y="468"/>
                  </a:lnTo>
                  <a:lnTo>
                    <a:pt x="5247" y="2497"/>
                  </a:lnTo>
                  <a:cubicBezTo>
                    <a:pt x="5206" y="2365"/>
                    <a:pt x="5125" y="2244"/>
                    <a:pt x="4953" y="2244"/>
                  </a:cubicBezTo>
                  <a:lnTo>
                    <a:pt x="1614" y="2244"/>
                  </a:lnTo>
                  <a:cubicBezTo>
                    <a:pt x="1441" y="2244"/>
                    <a:pt x="1319" y="2365"/>
                    <a:pt x="1319" y="2538"/>
                  </a:cubicBezTo>
                  <a:lnTo>
                    <a:pt x="1319" y="2792"/>
                  </a:lnTo>
                  <a:lnTo>
                    <a:pt x="305" y="2792"/>
                  </a:lnTo>
                  <a:cubicBezTo>
                    <a:pt x="132" y="2792"/>
                    <a:pt x="0" y="2924"/>
                    <a:pt x="0" y="3086"/>
                  </a:cubicBezTo>
                  <a:lnTo>
                    <a:pt x="0" y="5755"/>
                  </a:lnTo>
                  <a:cubicBezTo>
                    <a:pt x="0" y="5877"/>
                    <a:pt x="132" y="6009"/>
                    <a:pt x="305" y="6009"/>
                  </a:cubicBezTo>
                  <a:lnTo>
                    <a:pt x="1319" y="6009"/>
                  </a:lnTo>
                  <a:lnTo>
                    <a:pt x="1319" y="6303"/>
                  </a:lnTo>
                  <a:cubicBezTo>
                    <a:pt x="1319" y="6475"/>
                    <a:pt x="1441" y="6597"/>
                    <a:pt x="1614" y="6597"/>
                  </a:cubicBezTo>
                  <a:lnTo>
                    <a:pt x="1867" y="6597"/>
                  </a:lnTo>
                  <a:lnTo>
                    <a:pt x="1867" y="12260"/>
                  </a:lnTo>
                  <a:cubicBezTo>
                    <a:pt x="1867" y="12433"/>
                    <a:pt x="1989" y="12564"/>
                    <a:pt x="2162" y="12564"/>
                  </a:cubicBezTo>
                  <a:lnTo>
                    <a:pt x="3136" y="12564"/>
                  </a:lnTo>
                  <a:cubicBezTo>
                    <a:pt x="3978" y="12564"/>
                    <a:pt x="4658" y="11844"/>
                    <a:pt x="4658" y="10991"/>
                  </a:cubicBezTo>
                  <a:lnTo>
                    <a:pt x="4658" y="9642"/>
                  </a:lnTo>
                  <a:lnTo>
                    <a:pt x="5501" y="9642"/>
                  </a:lnTo>
                  <a:cubicBezTo>
                    <a:pt x="5673" y="9642"/>
                    <a:pt x="5795" y="9520"/>
                    <a:pt x="5795" y="9347"/>
                  </a:cubicBezTo>
                  <a:lnTo>
                    <a:pt x="5795" y="8079"/>
                  </a:lnTo>
                  <a:cubicBezTo>
                    <a:pt x="5795" y="7947"/>
                    <a:pt x="5673" y="7825"/>
                    <a:pt x="5501" y="7825"/>
                  </a:cubicBezTo>
                  <a:lnTo>
                    <a:pt x="4658" y="7825"/>
                  </a:lnTo>
                  <a:lnTo>
                    <a:pt x="4658" y="6557"/>
                  </a:lnTo>
                  <a:lnTo>
                    <a:pt x="4953" y="6557"/>
                  </a:lnTo>
                  <a:cubicBezTo>
                    <a:pt x="5074" y="6557"/>
                    <a:pt x="5206" y="6425"/>
                    <a:pt x="5206" y="6303"/>
                  </a:cubicBezTo>
                  <a:lnTo>
                    <a:pt x="8373" y="8373"/>
                  </a:lnTo>
                  <a:lnTo>
                    <a:pt x="8373" y="8546"/>
                  </a:lnTo>
                  <a:cubicBezTo>
                    <a:pt x="8373" y="8708"/>
                    <a:pt x="8504" y="8799"/>
                    <a:pt x="8626" y="8799"/>
                  </a:cubicBezTo>
                  <a:lnTo>
                    <a:pt x="10067" y="8799"/>
                  </a:lnTo>
                  <a:cubicBezTo>
                    <a:pt x="10199" y="8799"/>
                    <a:pt x="10321" y="8708"/>
                    <a:pt x="10321" y="8546"/>
                  </a:cubicBezTo>
                  <a:lnTo>
                    <a:pt x="10321" y="5795"/>
                  </a:lnTo>
                  <a:cubicBezTo>
                    <a:pt x="11042" y="5714"/>
                    <a:pt x="11630" y="5116"/>
                    <a:pt x="11630" y="4354"/>
                  </a:cubicBezTo>
                  <a:cubicBezTo>
                    <a:pt x="11630" y="3634"/>
                    <a:pt x="11042" y="3045"/>
                    <a:pt x="10321" y="2964"/>
                  </a:cubicBezTo>
                  <a:lnTo>
                    <a:pt x="10321" y="254"/>
                  </a:lnTo>
                  <a:cubicBezTo>
                    <a:pt x="10321" y="133"/>
                    <a:pt x="10199" y="1"/>
                    <a:pt x="1006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6"/>
            <p:cNvSpPr/>
            <p:nvPr/>
          </p:nvSpPr>
          <p:spPr>
            <a:xfrm>
              <a:off x="4333625" y="3273900"/>
              <a:ext cx="33775" cy="107350"/>
            </a:xfrm>
            <a:custGeom>
              <a:rect b="b" l="l" r="r" t="t"/>
              <a:pathLst>
                <a:path extrusionOk="0" h="4294" w="1351">
                  <a:moveTo>
                    <a:pt x="305" y="1"/>
                  </a:moveTo>
                  <a:cubicBezTo>
                    <a:pt x="236" y="1"/>
                    <a:pt x="173" y="21"/>
                    <a:pt x="132" y="62"/>
                  </a:cubicBezTo>
                  <a:cubicBezTo>
                    <a:pt x="0" y="194"/>
                    <a:pt x="0" y="356"/>
                    <a:pt x="132" y="447"/>
                  </a:cubicBezTo>
                  <a:cubicBezTo>
                    <a:pt x="548" y="914"/>
                    <a:pt x="802" y="1503"/>
                    <a:pt x="802" y="2132"/>
                  </a:cubicBezTo>
                  <a:cubicBezTo>
                    <a:pt x="802" y="2771"/>
                    <a:pt x="548" y="3360"/>
                    <a:pt x="132" y="3827"/>
                  </a:cubicBezTo>
                  <a:cubicBezTo>
                    <a:pt x="0" y="3908"/>
                    <a:pt x="0" y="4081"/>
                    <a:pt x="132" y="4212"/>
                  </a:cubicBezTo>
                  <a:cubicBezTo>
                    <a:pt x="173" y="4253"/>
                    <a:pt x="254" y="4294"/>
                    <a:pt x="295" y="4294"/>
                  </a:cubicBezTo>
                  <a:cubicBezTo>
                    <a:pt x="386" y="4294"/>
                    <a:pt x="467" y="4253"/>
                    <a:pt x="508" y="4212"/>
                  </a:cubicBezTo>
                  <a:cubicBezTo>
                    <a:pt x="1056" y="3654"/>
                    <a:pt x="1350" y="2944"/>
                    <a:pt x="1350" y="2132"/>
                  </a:cubicBezTo>
                  <a:cubicBezTo>
                    <a:pt x="1350" y="1330"/>
                    <a:pt x="1056" y="610"/>
                    <a:pt x="508" y="62"/>
                  </a:cubicBezTo>
                  <a:cubicBezTo>
                    <a:pt x="447" y="21"/>
                    <a:pt x="373" y="1"/>
                    <a:pt x="30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6"/>
            <p:cNvSpPr/>
            <p:nvPr/>
          </p:nvSpPr>
          <p:spPr>
            <a:xfrm>
              <a:off x="4315600" y="3292175"/>
              <a:ext cx="25400" cy="70050"/>
            </a:xfrm>
            <a:custGeom>
              <a:rect b="b" l="l" r="r" t="t"/>
              <a:pathLst>
                <a:path extrusionOk="0" h="2802" w="1016">
                  <a:moveTo>
                    <a:pt x="295" y="1"/>
                  </a:moveTo>
                  <a:cubicBezTo>
                    <a:pt x="227" y="1"/>
                    <a:pt x="153" y="31"/>
                    <a:pt x="92" y="92"/>
                  </a:cubicBezTo>
                  <a:cubicBezTo>
                    <a:pt x="1" y="183"/>
                    <a:pt x="1" y="346"/>
                    <a:pt x="92" y="478"/>
                  </a:cubicBezTo>
                  <a:cubicBezTo>
                    <a:pt x="346" y="731"/>
                    <a:pt x="468" y="1066"/>
                    <a:pt x="468" y="1401"/>
                  </a:cubicBezTo>
                  <a:cubicBezTo>
                    <a:pt x="468" y="1746"/>
                    <a:pt x="346" y="2081"/>
                    <a:pt x="92" y="2335"/>
                  </a:cubicBezTo>
                  <a:cubicBezTo>
                    <a:pt x="1" y="2467"/>
                    <a:pt x="1" y="2629"/>
                    <a:pt x="92" y="2720"/>
                  </a:cubicBezTo>
                  <a:cubicBezTo>
                    <a:pt x="133" y="2801"/>
                    <a:pt x="214" y="2801"/>
                    <a:pt x="295" y="2801"/>
                  </a:cubicBezTo>
                  <a:cubicBezTo>
                    <a:pt x="346" y="2801"/>
                    <a:pt x="427" y="2801"/>
                    <a:pt x="468" y="2720"/>
                  </a:cubicBezTo>
                  <a:cubicBezTo>
                    <a:pt x="853" y="2375"/>
                    <a:pt x="1016" y="1908"/>
                    <a:pt x="1016" y="1401"/>
                  </a:cubicBezTo>
                  <a:cubicBezTo>
                    <a:pt x="1016" y="894"/>
                    <a:pt x="853" y="437"/>
                    <a:pt x="468" y="92"/>
                  </a:cubicBezTo>
                  <a:cubicBezTo>
                    <a:pt x="427" y="31"/>
                    <a:pt x="364" y="1"/>
                    <a:pt x="29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4" name="Google Shape;1354;p26"/>
          <p:cNvGrpSpPr/>
          <p:nvPr/>
        </p:nvGrpSpPr>
        <p:grpSpPr>
          <a:xfrm>
            <a:off x="4612995" y="1608050"/>
            <a:ext cx="378111" cy="377000"/>
            <a:chOff x="1027000" y="1530175"/>
            <a:chExt cx="348875" cy="347850"/>
          </a:xfrm>
        </p:grpSpPr>
        <p:sp>
          <p:nvSpPr>
            <p:cNvPr id="1355" name="Google Shape;1355;p26"/>
            <p:cNvSpPr/>
            <p:nvPr/>
          </p:nvSpPr>
          <p:spPr>
            <a:xfrm>
              <a:off x="1360900" y="1801225"/>
              <a:ext cx="14975" cy="13375"/>
            </a:xfrm>
            <a:custGeom>
              <a:rect b="b" l="l" r="r" t="t"/>
              <a:pathLst>
                <a:path extrusionOk="0" h="535" w="599">
                  <a:moveTo>
                    <a:pt x="306" y="0"/>
                  </a:moveTo>
                  <a:cubicBezTo>
                    <a:pt x="244" y="0"/>
                    <a:pt x="180" y="20"/>
                    <a:pt x="132" y="68"/>
                  </a:cubicBezTo>
                  <a:cubicBezTo>
                    <a:pt x="51" y="149"/>
                    <a:pt x="0" y="281"/>
                    <a:pt x="51" y="362"/>
                  </a:cubicBezTo>
                  <a:cubicBezTo>
                    <a:pt x="91" y="494"/>
                    <a:pt x="213" y="534"/>
                    <a:pt x="304" y="534"/>
                  </a:cubicBezTo>
                  <a:cubicBezTo>
                    <a:pt x="426" y="534"/>
                    <a:pt x="558" y="453"/>
                    <a:pt x="599" y="321"/>
                  </a:cubicBezTo>
                  <a:cubicBezTo>
                    <a:pt x="599" y="199"/>
                    <a:pt x="558" y="68"/>
                    <a:pt x="426" y="27"/>
                  </a:cubicBezTo>
                  <a:cubicBezTo>
                    <a:pt x="393" y="10"/>
                    <a:pt x="350" y="0"/>
                    <a:pt x="3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6"/>
            <p:cNvSpPr/>
            <p:nvPr/>
          </p:nvSpPr>
          <p:spPr>
            <a:xfrm>
              <a:off x="1027000" y="1703450"/>
              <a:ext cx="348875" cy="174575"/>
            </a:xfrm>
            <a:custGeom>
              <a:rect b="b" l="l" r="r" t="t"/>
              <a:pathLst>
                <a:path extrusionOk="0" h="6983" w="13955">
                  <a:moveTo>
                    <a:pt x="5288" y="559"/>
                  </a:moveTo>
                  <a:lnTo>
                    <a:pt x="4101" y="1655"/>
                  </a:lnTo>
                  <a:lnTo>
                    <a:pt x="975" y="1655"/>
                  </a:lnTo>
                  <a:lnTo>
                    <a:pt x="2152" y="559"/>
                  </a:lnTo>
                  <a:close/>
                  <a:moveTo>
                    <a:pt x="10697" y="559"/>
                  </a:moveTo>
                  <a:lnTo>
                    <a:pt x="9510" y="1655"/>
                  </a:lnTo>
                  <a:lnTo>
                    <a:pt x="8373" y="1655"/>
                  </a:lnTo>
                  <a:lnTo>
                    <a:pt x="7358" y="721"/>
                  </a:lnTo>
                  <a:lnTo>
                    <a:pt x="7571" y="559"/>
                  </a:lnTo>
                  <a:close/>
                  <a:moveTo>
                    <a:pt x="3969" y="2203"/>
                  </a:moveTo>
                  <a:lnTo>
                    <a:pt x="3969" y="6475"/>
                  </a:lnTo>
                  <a:lnTo>
                    <a:pt x="549" y="6475"/>
                  </a:lnTo>
                  <a:lnTo>
                    <a:pt x="549" y="2203"/>
                  </a:lnTo>
                  <a:close/>
                  <a:moveTo>
                    <a:pt x="6760" y="3979"/>
                  </a:moveTo>
                  <a:lnTo>
                    <a:pt x="6760" y="6475"/>
                  </a:lnTo>
                  <a:lnTo>
                    <a:pt x="5745" y="6475"/>
                  </a:lnTo>
                  <a:lnTo>
                    <a:pt x="5745" y="3979"/>
                  </a:lnTo>
                  <a:close/>
                  <a:moveTo>
                    <a:pt x="6425" y="559"/>
                  </a:moveTo>
                  <a:lnTo>
                    <a:pt x="8028" y="2030"/>
                  </a:lnTo>
                  <a:lnTo>
                    <a:pt x="8028" y="6475"/>
                  </a:lnTo>
                  <a:lnTo>
                    <a:pt x="7318" y="6475"/>
                  </a:lnTo>
                  <a:lnTo>
                    <a:pt x="7318" y="3725"/>
                  </a:lnTo>
                  <a:cubicBezTo>
                    <a:pt x="7318" y="3552"/>
                    <a:pt x="7186" y="3431"/>
                    <a:pt x="7013" y="3431"/>
                  </a:cubicBezTo>
                  <a:lnTo>
                    <a:pt x="5491" y="3431"/>
                  </a:lnTo>
                  <a:cubicBezTo>
                    <a:pt x="5329" y="3431"/>
                    <a:pt x="5197" y="3552"/>
                    <a:pt x="5197" y="3725"/>
                  </a:cubicBezTo>
                  <a:lnTo>
                    <a:pt x="5197" y="6475"/>
                  </a:lnTo>
                  <a:lnTo>
                    <a:pt x="4527" y="6475"/>
                  </a:lnTo>
                  <a:lnTo>
                    <a:pt x="4527" y="2030"/>
                  </a:lnTo>
                  <a:lnTo>
                    <a:pt x="6090" y="559"/>
                  </a:lnTo>
                  <a:close/>
                  <a:moveTo>
                    <a:pt x="9347" y="2203"/>
                  </a:moveTo>
                  <a:lnTo>
                    <a:pt x="9347" y="6475"/>
                  </a:lnTo>
                  <a:lnTo>
                    <a:pt x="8536" y="6475"/>
                  </a:lnTo>
                  <a:lnTo>
                    <a:pt x="8536" y="2203"/>
                  </a:lnTo>
                  <a:close/>
                  <a:moveTo>
                    <a:pt x="12138" y="3979"/>
                  </a:moveTo>
                  <a:lnTo>
                    <a:pt x="12138" y="6475"/>
                  </a:lnTo>
                  <a:lnTo>
                    <a:pt x="11164" y="6475"/>
                  </a:lnTo>
                  <a:lnTo>
                    <a:pt x="11164" y="3979"/>
                  </a:lnTo>
                  <a:close/>
                  <a:moveTo>
                    <a:pt x="2030" y="0"/>
                  </a:moveTo>
                  <a:cubicBezTo>
                    <a:pt x="1990" y="0"/>
                    <a:pt x="1898" y="51"/>
                    <a:pt x="1858" y="92"/>
                  </a:cubicBezTo>
                  <a:lnTo>
                    <a:pt x="82" y="1695"/>
                  </a:lnTo>
                  <a:lnTo>
                    <a:pt x="82" y="1736"/>
                  </a:lnTo>
                  <a:lnTo>
                    <a:pt x="41" y="1736"/>
                  </a:lnTo>
                  <a:lnTo>
                    <a:pt x="41" y="1776"/>
                  </a:lnTo>
                  <a:cubicBezTo>
                    <a:pt x="41" y="1776"/>
                    <a:pt x="1" y="1827"/>
                    <a:pt x="1" y="1868"/>
                  </a:cubicBezTo>
                  <a:lnTo>
                    <a:pt x="1" y="1908"/>
                  </a:lnTo>
                  <a:lnTo>
                    <a:pt x="1" y="6729"/>
                  </a:lnTo>
                  <a:cubicBezTo>
                    <a:pt x="1" y="6901"/>
                    <a:pt x="122" y="6982"/>
                    <a:pt x="295" y="6982"/>
                  </a:cubicBezTo>
                  <a:lnTo>
                    <a:pt x="13660" y="6982"/>
                  </a:lnTo>
                  <a:cubicBezTo>
                    <a:pt x="13660" y="6982"/>
                    <a:pt x="13955" y="6901"/>
                    <a:pt x="13955" y="6729"/>
                  </a:cubicBezTo>
                  <a:lnTo>
                    <a:pt x="13955" y="5420"/>
                  </a:lnTo>
                  <a:cubicBezTo>
                    <a:pt x="13955" y="5247"/>
                    <a:pt x="13823" y="5166"/>
                    <a:pt x="13660" y="5166"/>
                  </a:cubicBezTo>
                  <a:cubicBezTo>
                    <a:pt x="13529" y="5166"/>
                    <a:pt x="13407" y="5247"/>
                    <a:pt x="13407" y="5420"/>
                  </a:cubicBezTo>
                  <a:lnTo>
                    <a:pt x="13407" y="6475"/>
                  </a:lnTo>
                  <a:lnTo>
                    <a:pt x="12686" y="6475"/>
                  </a:lnTo>
                  <a:lnTo>
                    <a:pt x="12686" y="3725"/>
                  </a:lnTo>
                  <a:cubicBezTo>
                    <a:pt x="12686" y="3552"/>
                    <a:pt x="12554" y="3431"/>
                    <a:pt x="12433" y="3431"/>
                  </a:cubicBezTo>
                  <a:lnTo>
                    <a:pt x="10870" y="3431"/>
                  </a:lnTo>
                  <a:cubicBezTo>
                    <a:pt x="10738" y="3431"/>
                    <a:pt x="10616" y="3552"/>
                    <a:pt x="10616" y="3725"/>
                  </a:cubicBezTo>
                  <a:lnTo>
                    <a:pt x="10616" y="6475"/>
                  </a:lnTo>
                  <a:lnTo>
                    <a:pt x="9895" y="6475"/>
                  </a:lnTo>
                  <a:lnTo>
                    <a:pt x="9895" y="2030"/>
                  </a:lnTo>
                  <a:lnTo>
                    <a:pt x="11499" y="559"/>
                  </a:lnTo>
                  <a:lnTo>
                    <a:pt x="11793" y="559"/>
                  </a:lnTo>
                  <a:lnTo>
                    <a:pt x="13407" y="2030"/>
                  </a:lnTo>
                  <a:lnTo>
                    <a:pt x="13407" y="2964"/>
                  </a:lnTo>
                  <a:cubicBezTo>
                    <a:pt x="13407" y="2964"/>
                    <a:pt x="13529" y="3217"/>
                    <a:pt x="13660" y="3217"/>
                  </a:cubicBezTo>
                  <a:cubicBezTo>
                    <a:pt x="13823" y="3217"/>
                    <a:pt x="13955" y="3096"/>
                    <a:pt x="13955" y="2964"/>
                  </a:cubicBezTo>
                  <a:lnTo>
                    <a:pt x="13955" y="1908"/>
                  </a:lnTo>
                  <a:cubicBezTo>
                    <a:pt x="13955" y="1827"/>
                    <a:pt x="13914" y="1776"/>
                    <a:pt x="13863" y="1695"/>
                  </a:cubicBezTo>
                  <a:lnTo>
                    <a:pt x="12087" y="92"/>
                  </a:lnTo>
                  <a:cubicBezTo>
                    <a:pt x="12047" y="51"/>
                    <a:pt x="11966" y="0"/>
                    <a:pt x="11925" y="0"/>
                  </a:cubicBezTo>
                  <a:lnTo>
                    <a:pt x="7439" y="0"/>
                  </a:lnTo>
                  <a:cubicBezTo>
                    <a:pt x="7399" y="0"/>
                    <a:pt x="7318" y="51"/>
                    <a:pt x="7267" y="92"/>
                  </a:cubicBezTo>
                  <a:lnTo>
                    <a:pt x="6973" y="345"/>
                  </a:lnTo>
                  <a:lnTo>
                    <a:pt x="6678" y="92"/>
                  </a:lnTo>
                  <a:cubicBezTo>
                    <a:pt x="6638" y="51"/>
                    <a:pt x="6506" y="0"/>
                    <a:pt x="65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6"/>
            <p:cNvSpPr/>
            <p:nvPr/>
          </p:nvSpPr>
          <p:spPr>
            <a:xfrm>
              <a:off x="1060750" y="1788175"/>
              <a:ext cx="45425" cy="47475"/>
            </a:xfrm>
            <a:custGeom>
              <a:rect b="b" l="l" r="r" t="t"/>
              <a:pathLst>
                <a:path extrusionOk="0" h="1899" w="1817">
                  <a:moveTo>
                    <a:pt x="1269" y="549"/>
                  </a:moveTo>
                  <a:lnTo>
                    <a:pt x="1269" y="1351"/>
                  </a:lnTo>
                  <a:lnTo>
                    <a:pt x="548" y="1351"/>
                  </a:lnTo>
                  <a:lnTo>
                    <a:pt x="548" y="549"/>
                  </a:lnTo>
                  <a:close/>
                  <a:moveTo>
                    <a:pt x="254" y="1"/>
                  </a:moveTo>
                  <a:cubicBezTo>
                    <a:pt x="132" y="1"/>
                    <a:pt x="0" y="123"/>
                    <a:pt x="0" y="255"/>
                  </a:cubicBezTo>
                  <a:lnTo>
                    <a:pt x="0" y="1604"/>
                  </a:lnTo>
                  <a:cubicBezTo>
                    <a:pt x="0" y="1777"/>
                    <a:pt x="132" y="1899"/>
                    <a:pt x="254" y="1899"/>
                  </a:cubicBezTo>
                  <a:lnTo>
                    <a:pt x="1563" y="1899"/>
                  </a:lnTo>
                  <a:cubicBezTo>
                    <a:pt x="1695" y="1899"/>
                    <a:pt x="1817" y="1777"/>
                    <a:pt x="1817" y="1604"/>
                  </a:cubicBezTo>
                  <a:lnTo>
                    <a:pt x="1817" y="255"/>
                  </a:lnTo>
                  <a:cubicBezTo>
                    <a:pt x="1817" y="123"/>
                    <a:pt x="1695" y="1"/>
                    <a:pt x="1563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6"/>
            <p:cNvSpPr/>
            <p:nvPr/>
          </p:nvSpPr>
          <p:spPr>
            <a:xfrm>
              <a:off x="1173900" y="1566200"/>
              <a:ext cx="55075" cy="54825"/>
            </a:xfrm>
            <a:custGeom>
              <a:rect b="b" l="l" r="r" t="t"/>
              <a:pathLst>
                <a:path extrusionOk="0" h="2193" w="2203">
                  <a:moveTo>
                    <a:pt x="1097" y="507"/>
                  </a:moveTo>
                  <a:cubicBezTo>
                    <a:pt x="1391" y="507"/>
                    <a:pt x="1645" y="761"/>
                    <a:pt x="1645" y="1096"/>
                  </a:cubicBezTo>
                  <a:cubicBezTo>
                    <a:pt x="1645" y="1390"/>
                    <a:pt x="1391" y="1644"/>
                    <a:pt x="1097" y="1644"/>
                  </a:cubicBezTo>
                  <a:cubicBezTo>
                    <a:pt x="802" y="1644"/>
                    <a:pt x="549" y="1390"/>
                    <a:pt x="549" y="1096"/>
                  </a:cubicBezTo>
                  <a:cubicBezTo>
                    <a:pt x="549" y="761"/>
                    <a:pt x="802" y="507"/>
                    <a:pt x="1097" y="507"/>
                  </a:cubicBezTo>
                  <a:close/>
                  <a:moveTo>
                    <a:pt x="1097" y="0"/>
                  </a:moveTo>
                  <a:cubicBezTo>
                    <a:pt x="508" y="0"/>
                    <a:pt x="1" y="467"/>
                    <a:pt x="1" y="1096"/>
                  </a:cubicBezTo>
                  <a:cubicBezTo>
                    <a:pt x="1" y="1685"/>
                    <a:pt x="508" y="2192"/>
                    <a:pt x="1097" y="2192"/>
                  </a:cubicBezTo>
                  <a:cubicBezTo>
                    <a:pt x="1695" y="2192"/>
                    <a:pt x="2203" y="1685"/>
                    <a:pt x="2203" y="1096"/>
                  </a:cubicBezTo>
                  <a:cubicBezTo>
                    <a:pt x="2203" y="467"/>
                    <a:pt x="1695" y="0"/>
                    <a:pt x="10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6"/>
            <p:cNvSpPr/>
            <p:nvPr/>
          </p:nvSpPr>
          <p:spPr>
            <a:xfrm>
              <a:off x="1138900" y="1530175"/>
              <a:ext cx="124850" cy="157575"/>
            </a:xfrm>
            <a:custGeom>
              <a:rect b="b" l="l" r="r" t="t"/>
              <a:pathLst>
                <a:path extrusionOk="0" h="6303" w="4994">
                  <a:moveTo>
                    <a:pt x="2497" y="548"/>
                  </a:moveTo>
                  <a:cubicBezTo>
                    <a:pt x="3603" y="548"/>
                    <a:pt x="4486" y="1441"/>
                    <a:pt x="4486" y="2537"/>
                  </a:cubicBezTo>
                  <a:cubicBezTo>
                    <a:pt x="4486" y="4141"/>
                    <a:pt x="2963" y="5328"/>
                    <a:pt x="2497" y="5714"/>
                  </a:cubicBezTo>
                  <a:cubicBezTo>
                    <a:pt x="2030" y="5328"/>
                    <a:pt x="558" y="4100"/>
                    <a:pt x="558" y="2537"/>
                  </a:cubicBezTo>
                  <a:cubicBezTo>
                    <a:pt x="558" y="1441"/>
                    <a:pt x="1401" y="548"/>
                    <a:pt x="2497" y="548"/>
                  </a:cubicBezTo>
                  <a:close/>
                  <a:moveTo>
                    <a:pt x="2497" y="0"/>
                  </a:moveTo>
                  <a:cubicBezTo>
                    <a:pt x="1106" y="0"/>
                    <a:pt x="0" y="1147"/>
                    <a:pt x="0" y="2537"/>
                  </a:cubicBezTo>
                  <a:cubicBezTo>
                    <a:pt x="0" y="4699"/>
                    <a:pt x="2243" y="6221"/>
                    <a:pt x="2375" y="6262"/>
                  </a:cubicBezTo>
                  <a:cubicBezTo>
                    <a:pt x="2415" y="6302"/>
                    <a:pt x="2456" y="6302"/>
                    <a:pt x="2497" y="6302"/>
                  </a:cubicBezTo>
                  <a:cubicBezTo>
                    <a:pt x="2537" y="6302"/>
                    <a:pt x="2588" y="6302"/>
                    <a:pt x="2669" y="6262"/>
                  </a:cubicBezTo>
                  <a:cubicBezTo>
                    <a:pt x="2669" y="6262"/>
                    <a:pt x="3258" y="5876"/>
                    <a:pt x="3806" y="5247"/>
                  </a:cubicBezTo>
                  <a:cubicBezTo>
                    <a:pt x="4618" y="4394"/>
                    <a:pt x="4993" y="3430"/>
                    <a:pt x="4993" y="2537"/>
                  </a:cubicBezTo>
                  <a:cubicBezTo>
                    <a:pt x="4993" y="1147"/>
                    <a:pt x="3897" y="0"/>
                    <a:pt x="24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0" name="Google Shape;1360;p26"/>
          <p:cNvGrpSpPr/>
          <p:nvPr/>
        </p:nvGrpSpPr>
        <p:grpSpPr>
          <a:xfrm>
            <a:off x="868454" y="1619593"/>
            <a:ext cx="384993" cy="353915"/>
            <a:chOff x="1002650" y="3766100"/>
            <a:chExt cx="355225" cy="326550"/>
          </a:xfrm>
        </p:grpSpPr>
        <p:sp>
          <p:nvSpPr>
            <p:cNvPr id="1361" name="Google Shape;1361;p26"/>
            <p:cNvSpPr/>
            <p:nvPr/>
          </p:nvSpPr>
          <p:spPr>
            <a:xfrm>
              <a:off x="1288075" y="4033350"/>
              <a:ext cx="15750" cy="13900"/>
            </a:xfrm>
            <a:custGeom>
              <a:rect b="b" l="l" r="r" t="t"/>
              <a:pathLst>
                <a:path extrusionOk="0" h="556" w="630">
                  <a:moveTo>
                    <a:pt x="337" y="1"/>
                  </a:moveTo>
                  <a:cubicBezTo>
                    <a:pt x="271" y="1"/>
                    <a:pt x="198" y="24"/>
                    <a:pt x="122" y="48"/>
                  </a:cubicBezTo>
                  <a:cubicBezTo>
                    <a:pt x="41" y="129"/>
                    <a:pt x="0" y="261"/>
                    <a:pt x="41" y="383"/>
                  </a:cubicBezTo>
                  <a:cubicBezTo>
                    <a:pt x="82" y="474"/>
                    <a:pt x="214" y="555"/>
                    <a:pt x="335" y="555"/>
                  </a:cubicBezTo>
                  <a:cubicBezTo>
                    <a:pt x="467" y="555"/>
                    <a:pt x="548" y="474"/>
                    <a:pt x="589" y="342"/>
                  </a:cubicBezTo>
                  <a:cubicBezTo>
                    <a:pt x="630" y="220"/>
                    <a:pt x="548" y="88"/>
                    <a:pt x="467" y="48"/>
                  </a:cubicBezTo>
                  <a:cubicBezTo>
                    <a:pt x="429" y="13"/>
                    <a:pt x="385" y="1"/>
                    <a:pt x="33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6"/>
            <p:cNvSpPr/>
            <p:nvPr/>
          </p:nvSpPr>
          <p:spPr>
            <a:xfrm>
              <a:off x="1002650" y="3766100"/>
              <a:ext cx="355225" cy="326550"/>
            </a:xfrm>
            <a:custGeom>
              <a:rect b="b" l="l" r="r" t="t"/>
              <a:pathLst>
                <a:path extrusionOk="0" h="13062" w="14209">
                  <a:moveTo>
                    <a:pt x="12260" y="2792"/>
                  </a:moveTo>
                  <a:cubicBezTo>
                    <a:pt x="12432" y="2792"/>
                    <a:pt x="12554" y="2954"/>
                    <a:pt x="12554" y="3126"/>
                  </a:cubicBezTo>
                  <a:lnTo>
                    <a:pt x="12554" y="3847"/>
                  </a:lnTo>
                  <a:lnTo>
                    <a:pt x="1644" y="3847"/>
                  </a:lnTo>
                  <a:lnTo>
                    <a:pt x="1644" y="3126"/>
                  </a:lnTo>
                  <a:cubicBezTo>
                    <a:pt x="1644" y="2954"/>
                    <a:pt x="1817" y="2792"/>
                    <a:pt x="1949" y="2792"/>
                  </a:cubicBezTo>
                  <a:close/>
                  <a:moveTo>
                    <a:pt x="4141" y="549"/>
                  </a:moveTo>
                  <a:cubicBezTo>
                    <a:pt x="4313" y="549"/>
                    <a:pt x="4486" y="630"/>
                    <a:pt x="4608" y="762"/>
                  </a:cubicBezTo>
                  <a:lnTo>
                    <a:pt x="4993" y="1310"/>
                  </a:lnTo>
                  <a:cubicBezTo>
                    <a:pt x="5034" y="1391"/>
                    <a:pt x="5115" y="1432"/>
                    <a:pt x="5196" y="1432"/>
                  </a:cubicBezTo>
                  <a:lnTo>
                    <a:pt x="12767" y="1432"/>
                  </a:lnTo>
                  <a:cubicBezTo>
                    <a:pt x="13234" y="1432"/>
                    <a:pt x="13660" y="1858"/>
                    <a:pt x="13660" y="2365"/>
                  </a:cubicBezTo>
                  <a:lnTo>
                    <a:pt x="13660" y="3928"/>
                  </a:lnTo>
                  <a:cubicBezTo>
                    <a:pt x="13528" y="3888"/>
                    <a:pt x="13366" y="3847"/>
                    <a:pt x="13193" y="3847"/>
                  </a:cubicBezTo>
                  <a:lnTo>
                    <a:pt x="13112" y="3847"/>
                  </a:lnTo>
                  <a:lnTo>
                    <a:pt x="13112" y="3126"/>
                  </a:lnTo>
                  <a:cubicBezTo>
                    <a:pt x="13112" y="2619"/>
                    <a:pt x="12727" y="2233"/>
                    <a:pt x="12260" y="2233"/>
                  </a:cubicBezTo>
                  <a:lnTo>
                    <a:pt x="1949" y="2233"/>
                  </a:lnTo>
                  <a:cubicBezTo>
                    <a:pt x="1482" y="2233"/>
                    <a:pt x="1096" y="2619"/>
                    <a:pt x="1096" y="3126"/>
                  </a:cubicBezTo>
                  <a:lnTo>
                    <a:pt x="1096" y="3847"/>
                  </a:lnTo>
                  <a:lnTo>
                    <a:pt x="1015" y="3847"/>
                  </a:lnTo>
                  <a:cubicBezTo>
                    <a:pt x="843" y="3847"/>
                    <a:pt x="680" y="3888"/>
                    <a:pt x="548" y="3928"/>
                  </a:cubicBezTo>
                  <a:lnTo>
                    <a:pt x="548" y="1432"/>
                  </a:lnTo>
                  <a:cubicBezTo>
                    <a:pt x="548" y="924"/>
                    <a:pt x="975" y="549"/>
                    <a:pt x="1441" y="549"/>
                  </a:cubicBezTo>
                  <a:close/>
                  <a:moveTo>
                    <a:pt x="13193" y="4395"/>
                  </a:moveTo>
                  <a:cubicBezTo>
                    <a:pt x="13447" y="4395"/>
                    <a:pt x="13660" y="4608"/>
                    <a:pt x="13660" y="4862"/>
                  </a:cubicBezTo>
                  <a:lnTo>
                    <a:pt x="13660" y="11874"/>
                  </a:lnTo>
                  <a:cubicBezTo>
                    <a:pt x="13660" y="12219"/>
                    <a:pt x="13366" y="12514"/>
                    <a:pt x="13021" y="12514"/>
                  </a:cubicBezTo>
                  <a:lnTo>
                    <a:pt x="1188" y="12514"/>
                  </a:lnTo>
                  <a:cubicBezTo>
                    <a:pt x="843" y="12514"/>
                    <a:pt x="548" y="12219"/>
                    <a:pt x="548" y="11874"/>
                  </a:cubicBezTo>
                  <a:lnTo>
                    <a:pt x="548" y="4862"/>
                  </a:lnTo>
                  <a:cubicBezTo>
                    <a:pt x="548" y="4608"/>
                    <a:pt x="762" y="4395"/>
                    <a:pt x="1015" y="4395"/>
                  </a:cubicBezTo>
                  <a:close/>
                  <a:moveTo>
                    <a:pt x="1441" y="1"/>
                  </a:moveTo>
                  <a:cubicBezTo>
                    <a:pt x="630" y="1"/>
                    <a:pt x="0" y="630"/>
                    <a:pt x="0" y="1432"/>
                  </a:cubicBezTo>
                  <a:lnTo>
                    <a:pt x="0" y="11874"/>
                  </a:lnTo>
                  <a:cubicBezTo>
                    <a:pt x="0" y="12514"/>
                    <a:pt x="508" y="13062"/>
                    <a:pt x="1188" y="13062"/>
                  </a:cubicBezTo>
                  <a:lnTo>
                    <a:pt x="13021" y="13062"/>
                  </a:lnTo>
                  <a:cubicBezTo>
                    <a:pt x="13701" y="13062"/>
                    <a:pt x="14208" y="12514"/>
                    <a:pt x="14208" y="11874"/>
                  </a:cubicBezTo>
                  <a:lnTo>
                    <a:pt x="14208" y="2365"/>
                  </a:lnTo>
                  <a:cubicBezTo>
                    <a:pt x="14208" y="1564"/>
                    <a:pt x="13569" y="884"/>
                    <a:pt x="12767" y="884"/>
                  </a:cubicBezTo>
                  <a:lnTo>
                    <a:pt x="5410" y="884"/>
                  </a:lnTo>
                  <a:lnTo>
                    <a:pt x="5115" y="457"/>
                  </a:lnTo>
                  <a:cubicBezTo>
                    <a:pt x="4902" y="163"/>
                    <a:pt x="4567" y="1"/>
                    <a:pt x="4232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6"/>
            <p:cNvSpPr/>
            <p:nvPr/>
          </p:nvSpPr>
          <p:spPr>
            <a:xfrm>
              <a:off x="1042725" y="3894475"/>
              <a:ext cx="229400" cy="152775"/>
            </a:xfrm>
            <a:custGeom>
              <a:rect b="b" l="l" r="r" t="t"/>
              <a:pathLst>
                <a:path extrusionOk="0" h="6111" w="9176">
                  <a:moveTo>
                    <a:pt x="5501" y="701"/>
                  </a:moveTo>
                  <a:lnTo>
                    <a:pt x="7531" y="2680"/>
                  </a:lnTo>
                  <a:lnTo>
                    <a:pt x="3472" y="2680"/>
                  </a:lnTo>
                  <a:lnTo>
                    <a:pt x="5501" y="701"/>
                  </a:lnTo>
                  <a:close/>
                  <a:moveTo>
                    <a:pt x="5928" y="4628"/>
                  </a:moveTo>
                  <a:lnTo>
                    <a:pt x="5928" y="5562"/>
                  </a:lnTo>
                  <a:lnTo>
                    <a:pt x="5075" y="5562"/>
                  </a:lnTo>
                  <a:lnTo>
                    <a:pt x="5075" y="4628"/>
                  </a:lnTo>
                  <a:close/>
                  <a:moveTo>
                    <a:pt x="7358" y="3238"/>
                  </a:moveTo>
                  <a:lnTo>
                    <a:pt x="7358" y="5562"/>
                  </a:lnTo>
                  <a:lnTo>
                    <a:pt x="6476" y="5562"/>
                  </a:lnTo>
                  <a:lnTo>
                    <a:pt x="6476" y="4375"/>
                  </a:lnTo>
                  <a:cubicBezTo>
                    <a:pt x="6476" y="4202"/>
                    <a:pt x="6344" y="4080"/>
                    <a:pt x="6181" y="4080"/>
                  </a:cubicBezTo>
                  <a:lnTo>
                    <a:pt x="4821" y="4080"/>
                  </a:lnTo>
                  <a:cubicBezTo>
                    <a:pt x="4659" y="4080"/>
                    <a:pt x="4527" y="4202"/>
                    <a:pt x="4527" y="4375"/>
                  </a:cubicBezTo>
                  <a:lnTo>
                    <a:pt x="4527" y="5562"/>
                  </a:lnTo>
                  <a:lnTo>
                    <a:pt x="3644" y="5562"/>
                  </a:lnTo>
                  <a:lnTo>
                    <a:pt x="3644" y="3238"/>
                  </a:lnTo>
                  <a:close/>
                  <a:moveTo>
                    <a:pt x="5501" y="1"/>
                  </a:moveTo>
                  <a:cubicBezTo>
                    <a:pt x="5428" y="1"/>
                    <a:pt x="5354" y="21"/>
                    <a:pt x="5288" y="62"/>
                  </a:cubicBezTo>
                  <a:lnTo>
                    <a:pt x="2579" y="2771"/>
                  </a:lnTo>
                  <a:cubicBezTo>
                    <a:pt x="2457" y="2853"/>
                    <a:pt x="2457" y="3025"/>
                    <a:pt x="2538" y="3147"/>
                  </a:cubicBezTo>
                  <a:cubicBezTo>
                    <a:pt x="2629" y="3187"/>
                    <a:pt x="2710" y="3238"/>
                    <a:pt x="2792" y="3238"/>
                  </a:cubicBezTo>
                  <a:lnTo>
                    <a:pt x="3086" y="3238"/>
                  </a:lnTo>
                  <a:lnTo>
                    <a:pt x="3086" y="5562"/>
                  </a:lnTo>
                  <a:lnTo>
                    <a:pt x="346" y="5562"/>
                  </a:lnTo>
                  <a:cubicBezTo>
                    <a:pt x="173" y="5562"/>
                    <a:pt x="41" y="5643"/>
                    <a:pt x="41" y="5816"/>
                  </a:cubicBezTo>
                  <a:cubicBezTo>
                    <a:pt x="1" y="5978"/>
                    <a:pt x="133" y="6110"/>
                    <a:pt x="295" y="6110"/>
                  </a:cubicBezTo>
                  <a:lnTo>
                    <a:pt x="8881" y="6110"/>
                  </a:lnTo>
                  <a:cubicBezTo>
                    <a:pt x="9013" y="6110"/>
                    <a:pt x="9134" y="6029"/>
                    <a:pt x="9134" y="5897"/>
                  </a:cubicBezTo>
                  <a:cubicBezTo>
                    <a:pt x="9175" y="5684"/>
                    <a:pt x="9053" y="5562"/>
                    <a:pt x="8881" y="5562"/>
                  </a:cubicBezTo>
                  <a:lnTo>
                    <a:pt x="7907" y="5562"/>
                  </a:lnTo>
                  <a:lnTo>
                    <a:pt x="7907" y="3238"/>
                  </a:lnTo>
                  <a:lnTo>
                    <a:pt x="8211" y="3238"/>
                  </a:lnTo>
                  <a:cubicBezTo>
                    <a:pt x="8292" y="3238"/>
                    <a:pt x="8373" y="3187"/>
                    <a:pt x="8465" y="3147"/>
                  </a:cubicBezTo>
                  <a:cubicBezTo>
                    <a:pt x="8546" y="3025"/>
                    <a:pt x="8546" y="2853"/>
                    <a:pt x="8414" y="2771"/>
                  </a:cubicBezTo>
                  <a:lnTo>
                    <a:pt x="5714" y="62"/>
                  </a:lnTo>
                  <a:cubicBezTo>
                    <a:pt x="5648" y="21"/>
                    <a:pt x="5575" y="1"/>
                    <a:pt x="5501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4" name="Google Shape;1364;p26"/>
          <p:cNvGrpSpPr/>
          <p:nvPr/>
        </p:nvGrpSpPr>
        <p:grpSpPr>
          <a:xfrm>
            <a:off x="4609554" y="3195135"/>
            <a:ext cx="384993" cy="355297"/>
            <a:chOff x="4737525" y="3764825"/>
            <a:chExt cx="355225" cy="327825"/>
          </a:xfrm>
        </p:grpSpPr>
        <p:sp>
          <p:nvSpPr>
            <p:cNvPr id="1365" name="Google Shape;1365;p26"/>
            <p:cNvSpPr/>
            <p:nvPr/>
          </p:nvSpPr>
          <p:spPr>
            <a:xfrm>
              <a:off x="4803000" y="3947600"/>
              <a:ext cx="14725" cy="13875"/>
            </a:xfrm>
            <a:custGeom>
              <a:rect b="b" l="l" r="r" t="t"/>
              <a:pathLst>
                <a:path extrusionOk="0" h="555" w="589">
                  <a:moveTo>
                    <a:pt x="307" y="1"/>
                  </a:moveTo>
                  <a:cubicBezTo>
                    <a:pt x="239" y="1"/>
                    <a:pt x="179" y="24"/>
                    <a:pt x="132" y="48"/>
                  </a:cubicBezTo>
                  <a:cubicBezTo>
                    <a:pt x="41" y="139"/>
                    <a:pt x="0" y="261"/>
                    <a:pt x="41" y="393"/>
                  </a:cubicBezTo>
                  <a:cubicBezTo>
                    <a:pt x="81" y="474"/>
                    <a:pt x="213" y="555"/>
                    <a:pt x="335" y="555"/>
                  </a:cubicBezTo>
                  <a:cubicBezTo>
                    <a:pt x="467" y="555"/>
                    <a:pt x="548" y="474"/>
                    <a:pt x="589" y="301"/>
                  </a:cubicBezTo>
                  <a:cubicBezTo>
                    <a:pt x="589" y="220"/>
                    <a:pt x="548" y="98"/>
                    <a:pt x="467" y="48"/>
                  </a:cubicBezTo>
                  <a:cubicBezTo>
                    <a:pt x="411" y="13"/>
                    <a:pt x="357" y="1"/>
                    <a:pt x="30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6"/>
            <p:cNvSpPr/>
            <p:nvPr/>
          </p:nvSpPr>
          <p:spPr>
            <a:xfrm>
              <a:off x="5035650" y="3854625"/>
              <a:ext cx="13725" cy="125900"/>
            </a:xfrm>
            <a:custGeom>
              <a:rect b="b" l="l" r="r" t="t"/>
              <a:pathLst>
                <a:path extrusionOk="0" h="5036" w="549">
                  <a:moveTo>
                    <a:pt x="285" y="1"/>
                  </a:moveTo>
                  <a:cubicBezTo>
                    <a:pt x="261" y="1"/>
                    <a:pt x="237" y="4"/>
                    <a:pt x="213" y="12"/>
                  </a:cubicBezTo>
                  <a:cubicBezTo>
                    <a:pt x="81" y="12"/>
                    <a:pt x="0" y="133"/>
                    <a:pt x="0" y="306"/>
                  </a:cubicBezTo>
                  <a:lnTo>
                    <a:pt x="0" y="4741"/>
                  </a:lnTo>
                  <a:cubicBezTo>
                    <a:pt x="0" y="4873"/>
                    <a:pt x="81" y="4995"/>
                    <a:pt x="213" y="5035"/>
                  </a:cubicBezTo>
                  <a:cubicBezTo>
                    <a:pt x="376" y="5035"/>
                    <a:pt x="548" y="4913"/>
                    <a:pt x="548" y="4741"/>
                  </a:cubicBezTo>
                  <a:lnTo>
                    <a:pt x="548" y="265"/>
                  </a:lnTo>
                  <a:cubicBezTo>
                    <a:pt x="548" y="118"/>
                    <a:pt x="423" y="1"/>
                    <a:pt x="28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6"/>
            <p:cNvSpPr/>
            <p:nvPr/>
          </p:nvSpPr>
          <p:spPr>
            <a:xfrm>
              <a:off x="4870725" y="4002825"/>
              <a:ext cx="149975" cy="13725"/>
            </a:xfrm>
            <a:custGeom>
              <a:rect b="b" l="l" r="r" t="t"/>
              <a:pathLst>
                <a:path extrusionOk="0" h="549" w="5999">
                  <a:moveTo>
                    <a:pt x="295" y="0"/>
                  </a:moveTo>
                  <a:cubicBezTo>
                    <a:pt x="123" y="0"/>
                    <a:pt x="1" y="122"/>
                    <a:pt x="41" y="294"/>
                  </a:cubicBezTo>
                  <a:cubicBezTo>
                    <a:pt x="41" y="467"/>
                    <a:pt x="163" y="548"/>
                    <a:pt x="336" y="548"/>
                  </a:cubicBezTo>
                  <a:lnTo>
                    <a:pt x="5704" y="548"/>
                  </a:lnTo>
                  <a:cubicBezTo>
                    <a:pt x="5877" y="548"/>
                    <a:pt x="5998" y="426"/>
                    <a:pt x="5998" y="213"/>
                  </a:cubicBezTo>
                  <a:cubicBezTo>
                    <a:pt x="5958" y="81"/>
                    <a:pt x="5836" y="0"/>
                    <a:pt x="5704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6"/>
            <p:cNvSpPr/>
            <p:nvPr/>
          </p:nvSpPr>
          <p:spPr>
            <a:xfrm>
              <a:off x="4737525" y="3764825"/>
              <a:ext cx="355225" cy="327825"/>
            </a:xfrm>
            <a:custGeom>
              <a:rect b="b" l="l" r="r" t="t"/>
              <a:pathLst>
                <a:path extrusionOk="0" h="13113" w="14209">
                  <a:moveTo>
                    <a:pt x="10778" y="11722"/>
                  </a:moveTo>
                  <a:lnTo>
                    <a:pt x="10778" y="12565"/>
                  </a:lnTo>
                  <a:lnTo>
                    <a:pt x="5917" y="12565"/>
                  </a:lnTo>
                  <a:lnTo>
                    <a:pt x="5917" y="11722"/>
                  </a:lnTo>
                  <a:lnTo>
                    <a:pt x="6465" y="11722"/>
                  </a:lnTo>
                  <a:lnTo>
                    <a:pt x="6465" y="11763"/>
                  </a:lnTo>
                  <a:cubicBezTo>
                    <a:pt x="6465" y="11885"/>
                    <a:pt x="6557" y="12017"/>
                    <a:pt x="6719" y="12057"/>
                  </a:cubicBezTo>
                  <a:cubicBezTo>
                    <a:pt x="6892" y="12057"/>
                    <a:pt x="7013" y="11925"/>
                    <a:pt x="7013" y="11763"/>
                  </a:cubicBezTo>
                  <a:lnTo>
                    <a:pt x="7013" y="11722"/>
                  </a:lnTo>
                  <a:lnTo>
                    <a:pt x="7572" y="11722"/>
                  </a:lnTo>
                  <a:lnTo>
                    <a:pt x="7572" y="11763"/>
                  </a:lnTo>
                  <a:cubicBezTo>
                    <a:pt x="7572" y="11885"/>
                    <a:pt x="7693" y="12017"/>
                    <a:pt x="7825" y="12057"/>
                  </a:cubicBezTo>
                  <a:cubicBezTo>
                    <a:pt x="7988" y="12057"/>
                    <a:pt x="8160" y="11925"/>
                    <a:pt x="8160" y="11763"/>
                  </a:cubicBezTo>
                  <a:lnTo>
                    <a:pt x="8160" y="11722"/>
                  </a:lnTo>
                  <a:lnTo>
                    <a:pt x="8708" y="11722"/>
                  </a:lnTo>
                  <a:lnTo>
                    <a:pt x="8708" y="11763"/>
                  </a:lnTo>
                  <a:cubicBezTo>
                    <a:pt x="8708" y="11885"/>
                    <a:pt x="8840" y="12017"/>
                    <a:pt x="8962" y="12057"/>
                  </a:cubicBezTo>
                  <a:cubicBezTo>
                    <a:pt x="9134" y="12057"/>
                    <a:pt x="9256" y="11925"/>
                    <a:pt x="9256" y="11763"/>
                  </a:cubicBezTo>
                  <a:lnTo>
                    <a:pt x="9256" y="11722"/>
                  </a:lnTo>
                  <a:lnTo>
                    <a:pt x="9855" y="11722"/>
                  </a:lnTo>
                  <a:lnTo>
                    <a:pt x="9855" y="11763"/>
                  </a:lnTo>
                  <a:cubicBezTo>
                    <a:pt x="9855" y="11885"/>
                    <a:pt x="9936" y="12017"/>
                    <a:pt x="10058" y="12057"/>
                  </a:cubicBezTo>
                  <a:cubicBezTo>
                    <a:pt x="10230" y="12057"/>
                    <a:pt x="10403" y="11925"/>
                    <a:pt x="10403" y="11763"/>
                  </a:cubicBezTo>
                  <a:lnTo>
                    <a:pt x="10403" y="11722"/>
                  </a:lnTo>
                  <a:close/>
                  <a:moveTo>
                    <a:pt x="1604" y="559"/>
                  </a:moveTo>
                  <a:cubicBezTo>
                    <a:pt x="2193" y="559"/>
                    <a:pt x="2660" y="1016"/>
                    <a:pt x="2660" y="1615"/>
                  </a:cubicBezTo>
                  <a:lnTo>
                    <a:pt x="2660" y="6344"/>
                  </a:lnTo>
                  <a:cubicBezTo>
                    <a:pt x="2660" y="6476"/>
                    <a:pt x="2751" y="6597"/>
                    <a:pt x="2913" y="6597"/>
                  </a:cubicBezTo>
                  <a:cubicBezTo>
                    <a:pt x="2939" y="6605"/>
                    <a:pt x="2963" y="6608"/>
                    <a:pt x="2986" y="6608"/>
                  </a:cubicBezTo>
                  <a:cubicBezTo>
                    <a:pt x="3119" y="6608"/>
                    <a:pt x="3208" y="6491"/>
                    <a:pt x="3208" y="6344"/>
                  </a:cubicBezTo>
                  <a:lnTo>
                    <a:pt x="3208" y="1868"/>
                  </a:lnTo>
                  <a:lnTo>
                    <a:pt x="13661" y="1868"/>
                  </a:lnTo>
                  <a:lnTo>
                    <a:pt x="13661" y="12565"/>
                  </a:lnTo>
                  <a:lnTo>
                    <a:pt x="11326" y="12565"/>
                  </a:lnTo>
                  <a:lnTo>
                    <a:pt x="11326" y="11418"/>
                  </a:lnTo>
                  <a:cubicBezTo>
                    <a:pt x="11326" y="11296"/>
                    <a:pt x="11205" y="11164"/>
                    <a:pt x="11032" y="11164"/>
                  </a:cubicBezTo>
                  <a:lnTo>
                    <a:pt x="5623" y="11164"/>
                  </a:lnTo>
                  <a:cubicBezTo>
                    <a:pt x="5491" y="11164"/>
                    <a:pt x="5369" y="11296"/>
                    <a:pt x="5369" y="11418"/>
                  </a:cubicBezTo>
                  <a:lnTo>
                    <a:pt x="5369" y="12565"/>
                  </a:lnTo>
                  <a:lnTo>
                    <a:pt x="1645" y="12565"/>
                  </a:lnTo>
                  <a:cubicBezTo>
                    <a:pt x="1056" y="12565"/>
                    <a:pt x="589" y="12098"/>
                    <a:pt x="549" y="11550"/>
                  </a:cubicBezTo>
                  <a:cubicBezTo>
                    <a:pt x="589" y="11002"/>
                    <a:pt x="1056" y="10576"/>
                    <a:pt x="1604" y="10576"/>
                  </a:cubicBezTo>
                  <a:cubicBezTo>
                    <a:pt x="2193" y="10576"/>
                    <a:pt x="2660" y="11042"/>
                    <a:pt x="2660" y="11590"/>
                  </a:cubicBezTo>
                  <a:cubicBezTo>
                    <a:pt x="2660" y="11763"/>
                    <a:pt x="2792" y="11885"/>
                    <a:pt x="2913" y="11885"/>
                  </a:cubicBezTo>
                  <a:cubicBezTo>
                    <a:pt x="3086" y="11885"/>
                    <a:pt x="3208" y="11763"/>
                    <a:pt x="3208" y="11631"/>
                  </a:cubicBezTo>
                  <a:lnTo>
                    <a:pt x="3208" y="8840"/>
                  </a:lnTo>
                  <a:cubicBezTo>
                    <a:pt x="3208" y="8718"/>
                    <a:pt x="3127" y="8587"/>
                    <a:pt x="3005" y="8587"/>
                  </a:cubicBezTo>
                  <a:cubicBezTo>
                    <a:pt x="2983" y="8581"/>
                    <a:pt x="2962" y="8579"/>
                    <a:pt x="2941" y="8579"/>
                  </a:cubicBezTo>
                  <a:cubicBezTo>
                    <a:pt x="2792" y="8579"/>
                    <a:pt x="2660" y="8698"/>
                    <a:pt x="2660" y="8840"/>
                  </a:cubicBezTo>
                  <a:lnTo>
                    <a:pt x="2660" y="10403"/>
                  </a:lnTo>
                  <a:cubicBezTo>
                    <a:pt x="2365" y="10149"/>
                    <a:pt x="2030" y="10028"/>
                    <a:pt x="1604" y="10028"/>
                  </a:cubicBezTo>
                  <a:cubicBezTo>
                    <a:pt x="1229" y="10028"/>
                    <a:pt x="843" y="10149"/>
                    <a:pt x="549" y="10403"/>
                  </a:cubicBezTo>
                  <a:lnTo>
                    <a:pt x="549" y="1615"/>
                  </a:lnTo>
                  <a:cubicBezTo>
                    <a:pt x="549" y="1016"/>
                    <a:pt x="1016" y="559"/>
                    <a:pt x="1604" y="559"/>
                  </a:cubicBezTo>
                  <a:close/>
                  <a:moveTo>
                    <a:pt x="1604" y="1"/>
                  </a:moveTo>
                  <a:cubicBezTo>
                    <a:pt x="721" y="1"/>
                    <a:pt x="1" y="722"/>
                    <a:pt x="1" y="1615"/>
                  </a:cubicBezTo>
                  <a:lnTo>
                    <a:pt x="1" y="11631"/>
                  </a:lnTo>
                  <a:lnTo>
                    <a:pt x="1" y="11672"/>
                  </a:lnTo>
                  <a:cubicBezTo>
                    <a:pt x="123" y="12483"/>
                    <a:pt x="803" y="13113"/>
                    <a:pt x="1645" y="13113"/>
                  </a:cubicBezTo>
                  <a:lnTo>
                    <a:pt x="13955" y="13113"/>
                  </a:lnTo>
                  <a:cubicBezTo>
                    <a:pt x="14077" y="13113"/>
                    <a:pt x="14209" y="12991"/>
                    <a:pt x="14209" y="12859"/>
                  </a:cubicBezTo>
                  <a:lnTo>
                    <a:pt x="14209" y="1615"/>
                  </a:lnTo>
                  <a:cubicBezTo>
                    <a:pt x="14209" y="1442"/>
                    <a:pt x="14077" y="1320"/>
                    <a:pt x="13955" y="1320"/>
                  </a:cubicBezTo>
                  <a:lnTo>
                    <a:pt x="3208" y="1320"/>
                  </a:lnTo>
                  <a:cubicBezTo>
                    <a:pt x="3045" y="600"/>
                    <a:pt x="2406" y="1"/>
                    <a:pt x="1604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6"/>
            <p:cNvSpPr/>
            <p:nvPr/>
          </p:nvSpPr>
          <p:spPr>
            <a:xfrm>
              <a:off x="4870725" y="3825725"/>
              <a:ext cx="149975" cy="157075"/>
            </a:xfrm>
            <a:custGeom>
              <a:rect b="b" l="l" r="r" t="t"/>
              <a:pathLst>
                <a:path extrusionOk="0" h="6283" w="5999">
                  <a:moveTo>
                    <a:pt x="3005" y="660"/>
                  </a:moveTo>
                  <a:lnTo>
                    <a:pt x="5034" y="2639"/>
                  </a:lnTo>
                  <a:lnTo>
                    <a:pt x="1016" y="2639"/>
                  </a:lnTo>
                  <a:lnTo>
                    <a:pt x="3005" y="660"/>
                  </a:lnTo>
                  <a:close/>
                  <a:moveTo>
                    <a:pt x="3421" y="4588"/>
                  </a:moveTo>
                  <a:lnTo>
                    <a:pt x="3421" y="5734"/>
                  </a:lnTo>
                  <a:lnTo>
                    <a:pt x="2578" y="5734"/>
                  </a:lnTo>
                  <a:lnTo>
                    <a:pt x="2578" y="4588"/>
                  </a:lnTo>
                  <a:close/>
                  <a:moveTo>
                    <a:pt x="4821" y="3197"/>
                  </a:moveTo>
                  <a:lnTo>
                    <a:pt x="4821" y="5734"/>
                  </a:lnTo>
                  <a:lnTo>
                    <a:pt x="3969" y="5734"/>
                  </a:lnTo>
                  <a:lnTo>
                    <a:pt x="3969" y="4293"/>
                  </a:lnTo>
                  <a:cubicBezTo>
                    <a:pt x="3969" y="4161"/>
                    <a:pt x="3847" y="4040"/>
                    <a:pt x="3715" y="4040"/>
                  </a:cubicBezTo>
                  <a:lnTo>
                    <a:pt x="2325" y="4040"/>
                  </a:lnTo>
                  <a:cubicBezTo>
                    <a:pt x="2152" y="4040"/>
                    <a:pt x="2030" y="4161"/>
                    <a:pt x="2030" y="4293"/>
                  </a:cubicBezTo>
                  <a:lnTo>
                    <a:pt x="2030" y="5734"/>
                  </a:lnTo>
                  <a:lnTo>
                    <a:pt x="1178" y="5734"/>
                  </a:lnTo>
                  <a:lnTo>
                    <a:pt x="1178" y="3197"/>
                  </a:lnTo>
                  <a:close/>
                  <a:moveTo>
                    <a:pt x="3005" y="1"/>
                  </a:moveTo>
                  <a:cubicBezTo>
                    <a:pt x="2936" y="1"/>
                    <a:pt x="2873" y="21"/>
                    <a:pt x="2832" y="61"/>
                  </a:cubicBezTo>
                  <a:lnTo>
                    <a:pt x="123" y="2731"/>
                  </a:lnTo>
                  <a:cubicBezTo>
                    <a:pt x="41" y="2771"/>
                    <a:pt x="1" y="2893"/>
                    <a:pt x="41" y="3025"/>
                  </a:cubicBezTo>
                  <a:cubicBezTo>
                    <a:pt x="82" y="3106"/>
                    <a:pt x="295" y="3197"/>
                    <a:pt x="295" y="3197"/>
                  </a:cubicBezTo>
                  <a:lnTo>
                    <a:pt x="630" y="3197"/>
                  </a:lnTo>
                  <a:lnTo>
                    <a:pt x="630" y="6029"/>
                  </a:lnTo>
                  <a:cubicBezTo>
                    <a:pt x="630" y="6191"/>
                    <a:pt x="762" y="6282"/>
                    <a:pt x="884" y="6282"/>
                  </a:cubicBezTo>
                  <a:lnTo>
                    <a:pt x="5116" y="6282"/>
                  </a:lnTo>
                  <a:cubicBezTo>
                    <a:pt x="5288" y="6282"/>
                    <a:pt x="5410" y="6191"/>
                    <a:pt x="5410" y="6029"/>
                  </a:cubicBezTo>
                  <a:lnTo>
                    <a:pt x="5410" y="3147"/>
                  </a:lnTo>
                  <a:lnTo>
                    <a:pt x="5704" y="3147"/>
                  </a:lnTo>
                  <a:cubicBezTo>
                    <a:pt x="5731" y="3157"/>
                    <a:pt x="5755" y="3161"/>
                    <a:pt x="5777" y="3161"/>
                  </a:cubicBezTo>
                  <a:cubicBezTo>
                    <a:pt x="5867" y="3161"/>
                    <a:pt x="5925" y="3090"/>
                    <a:pt x="5958" y="3025"/>
                  </a:cubicBezTo>
                  <a:cubicBezTo>
                    <a:pt x="5998" y="2893"/>
                    <a:pt x="5998" y="2771"/>
                    <a:pt x="5917" y="2731"/>
                  </a:cubicBezTo>
                  <a:lnTo>
                    <a:pt x="3208" y="61"/>
                  </a:lnTo>
                  <a:cubicBezTo>
                    <a:pt x="3147" y="21"/>
                    <a:pt x="3073" y="1"/>
                    <a:pt x="300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2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Terms</a:t>
            </a:r>
            <a:endParaRPr/>
          </a:p>
        </p:txBody>
      </p:sp>
      <p:graphicFrame>
        <p:nvGraphicFramePr>
          <p:cNvPr id="1375" name="Google Shape;1375;p27"/>
          <p:cNvGraphicFramePr/>
          <p:nvPr/>
        </p:nvGraphicFramePr>
        <p:xfrm>
          <a:off x="715100" y="21509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{78AE2A34-1B7B-42CB-84D5-41CFAEEB4890}</a:tableStyleId>
              </a:tblPr>
              <a:tblGrid>
                <a:gridCol w="2366250"/>
                <a:gridCol w="5347550"/>
              </a:tblGrid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Appraisal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Evaluating the value/price of a property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Absorption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The rate at which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property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is bought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Protest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Appealing an appraisal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Efficiency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The value of the usable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square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footage of a building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Notice year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“Next year”, projected value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0" name="Google Shape;1380;p28"/>
          <p:cNvGrpSpPr/>
          <p:nvPr/>
        </p:nvGrpSpPr>
        <p:grpSpPr>
          <a:xfrm flipH="1">
            <a:off x="1544571" y="4109048"/>
            <a:ext cx="1416256" cy="652339"/>
            <a:chOff x="8259609" y="727348"/>
            <a:chExt cx="1416256" cy="652339"/>
          </a:xfrm>
        </p:grpSpPr>
        <p:sp>
          <p:nvSpPr>
            <p:cNvPr id="1381" name="Google Shape;1381;p28"/>
            <p:cNvSpPr/>
            <p:nvPr/>
          </p:nvSpPr>
          <p:spPr>
            <a:xfrm>
              <a:off x="8259609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869787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3" name="Google Shape;1383;p28"/>
          <p:cNvSpPr txBox="1"/>
          <p:nvPr>
            <p:ph type="title"/>
          </p:nvPr>
        </p:nvSpPr>
        <p:spPr>
          <a:xfrm>
            <a:off x="720000" y="445025"/>
            <a:ext cx="306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1384" name="Google Shape;1384;p28"/>
          <p:cNvSpPr txBox="1"/>
          <p:nvPr>
            <p:ph idx="1" type="body"/>
          </p:nvPr>
        </p:nvSpPr>
        <p:spPr>
          <a:xfrm>
            <a:off x="720000" y="1493050"/>
            <a:ext cx="3852000" cy="23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Traditional vs. </a:t>
            </a:r>
            <a:r>
              <a:rPr lang="en"/>
              <a:t>modern valuation methods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Growing data volume, more accurate and dynamic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Challenges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Technical: Spatial autocorrelation, multicollinearity, heteroskedasticity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Structural: understaffing, poor training, no state mandates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Value drivers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Structural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Non-structural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Locational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u="sng"/>
              <a:t>Spatial dependence</a:t>
            </a:r>
            <a:r>
              <a:rPr lang="en"/>
              <a:t> (diffusion of renovation or lack thereof)</a:t>
            </a:r>
            <a:endParaRPr/>
          </a:p>
        </p:txBody>
      </p:sp>
      <p:sp>
        <p:nvSpPr>
          <p:cNvPr id="1385" name="Google Shape;1385;p28"/>
          <p:cNvSpPr txBox="1"/>
          <p:nvPr>
            <p:ph idx="1" type="body"/>
          </p:nvPr>
        </p:nvSpPr>
        <p:spPr>
          <a:xfrm>
            <a:off x="4824425" y="1126750"/>
            <a:ext cx="3852000" cy="29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Findings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Larger homes often sell at discount (~11%), smaller homes at premium (~4.7%)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Spatial autocorrelation is a real market mechanism affecting property values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Greenway proximity can add 5.7-12.2% to property value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Walkability</a:t>
            </a:r>
            <a:r>
              <a:rPr lang="en"/>
              <a:t> can increase property value by up to 6%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Need for standardized evaluation metrics for advanced property valuation prediction models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Institutional </a:t>
            </a:r>
            <a:r>
              <a:rPr lang="en"/>
              <a:t>reform</a:t>
            </a:r>
            <a:r>
              <a:rPr lang="en"/>
              <a:t> needed for equity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29"/>
          <p:cNvSpPr txBox="1"/>
          <p:nvPr>
            <p:ph idx="2" type="subTitle"/>
          </p:nvPr>
        </p:nvSpPr>
        <p:spPr>
          <a:xfrm>
            <a:off x="1478101" y="168405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with barplots to explore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Overall property value &amp; value per </a:t>
            </a:r>
            <a:r>
              <a:rPr lang="en"/>
              <a:t>square foot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Supply and demand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Efficiency, land value contribution, and market share</a:t>
            </a:r>
            <a:endParaRPr/>
          </a:p>
        </p:txBody>
      </p:sp>
      <p:sp>
        <p:nvSpPr>
          <p:cNvPr id="1391" name="Google Shape;1391;p29"/>
          <p:cNvSpPr txBox="1"/>
          <p:nvPr>
            <p:ph idx="3" type="subTitle"/>
          </p:nvPr>
        </p:nvSpPr>
        <p:spPr>
          <a:xfrm>
            <a:off x="5219200" y="1684050"/>
            <a:ext cx="32049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Barplots to </a:t>
            </a:r>
            <a:r>
              <a:rPr lang="en" sz="1100"/>
              <a:t>depict</a:t>
            </a:r>
            <a:r>
              <a:rPr lang="en" sz="1100"/>
              <a:t> year over year change and projected change over property types in top 5 cities in the county</a:t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Geographic heatmaps for previous, current, and notice </a:t>
            </a:r>
            <a:r>
              <a:rPr lang="en" sz="1100"/>
              <a:t>valuation</a:t>
            </a:r>
            <a:r>
              <a:rPr lang="en" sz="1100"/>
              <a:t> years</a:t>
            </a:r>
            <a:endParaRPr sz="1100"/>
          </a:p>
        </p:txBody>
      </p:sp>
      <p:sp>
        <p:nvSpPr>
          <p:cNvPr id="1392" name="Google Shape;1392;p29"/>
          <p:cNvSpPr txBox="1"/>
          <p:nvPr>
            <p:ph idx="4" type="subTitle"/>
          </p:nvPr>
        </p:nvSpPr>
        <p:spPr>
          <a:xfrm>
            <a:off x="1478101" y="366510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vs. Multilayer Perceptron*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variable: noticeValMarket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r>
              <a:rPr lang="en"/>
              <a:t>: accuracy, RMSE, R²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29"/>
          <p:cNvSpPr txBox="1"/>
          <p:nvPr>
            <p:ph idx="5" type="subTitle"/>
          </p:nvPr>
        </p:nvSpPr>
        <p:spPr>
          <a:xfrm>
            <a:off x="5219203" y="358890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OLS regression to find predictors of amenity or non-structural value</a:t>
            </a:r>
            <a:endParaRPr/>
          </a:p>
        </p:txBody>
      </p:sp>
      <p:sp>
        <p:nvSpPr>
          <p:cNvPr id="1394" name="Google Shape;1394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395" name="Google Shape;1395;p29"/>
          <p:cNvSpPr txBox="1"/>
          <p:nvPr>
            <p:ph idx="1" type="subTitle"/>
          </p:nvPr>
        </p:nvSpPr>
        <p:spPr>
          <a:xfrm>
            <a:off x="1478100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types</a:t>
            </a:r>
            <a:endParaRPr/>
          </a:p>
        </p:txBody>
      </p:sp>
      <p:sp>
        <p:nvSpPr>
          <p:cNvPr id="1396" name="Google Shape;1396;p29"/>
          <p:cNvSpPr txBox="1"/>
          <p:nvPr>
            <p:ph idx="6" type="subTitle"/>
          </p:nvPr>
        </p:nvSpPr>
        <p:spPr>
          <a:xfrm>
            <a:off x="1478100" y="3232429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prediction</a:t>
            </a:r>
            <a:endParaRPr/>
          </a:p>
        </p:txBody>
      </p:sp>
      <p:sp>
        <p:nvSpPr>
          <p:cNvPr id="1397" name="Google Shape;1397;p29"/>
          <p:cNvSpPr txBox="1"/>
          <p:nvPr>
            <p:ph idx="7" type="subTitle"/>
          </p:nvPr>
        </p:nvSpPr>
        <p:spPr>
          <a:xfrm>
            <a:off x="5219201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over time</a:t>
            </a:r>
            <a:endParaRPr/>
          </a:p>
        </p:txBody>
      </p:sp>
      <p:sp>
        <p:nvSpPr>
          <p:cNvPr id="1398" name="Google Shape;1398;p29"/>
          <p:cNvSpPr txBox="1"/>
          <p:nvPr>
            <p:ph idx="8" type="subTitle"/>
          </p:nvPr>
        </p:nvSpPr>
        <p:spPr>
          <a:xfrm>
            <a:off x="5219201" y="3080029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</a:t>
            </a:r>
            <a:r>
              <a:rPr lang="en"/>
              <a:t>structural</a:t>
            </a:r>
            <a:r>
              <a:rPr lang="en"/>
              <a:t> attrs.</a:t>
            </a:r>
            <a:endParaRPr/>
          </a:p>
        </p:txBody>
      </p:sp>
      <p:sp>
        <p:nvSpPr>
          <p:cNvPr id="1399" name="Google Shape;1399;p29"/>
          <p:cNvSpPr/>
          <p:nvPr/>
        </p:nvSpPr>
        <p:spPr>
          <a:xfrm>
            <a:off x="7200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29"/>
          <p:cNvSpPr/>
          <p:nvPr/>
        </p:nvSpPr>
        <p:spPr>
          <a:xfrm>
            <a:off x="720000" y="33366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29"/>
          <p:cNvSpPr/>
          <p:nvPr/>
        </p:nvSpPr>
        <p:spPr>
          <a:xfrm>
            <a:off x="44611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29"/>
          <p:cNvSpPr/>
          <p:nvPr/>
        </p:nvSpPr>
        <p:spPr>
          <a:xfrm>
            <a:off x="4461100" y="32604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3" name="Google Shape;1403;p29"/>
          <p:cNvGrpSpPr/>
          <p:nvPr/>
        </p:nvGrpSpPr>
        <p:grpSpPr>
          <a:xfrm>
            <a:off x="4612995" y="1608050"/>
            <a:ext cx="378111" cy="377000"/>
            <a:chOff x="1027000" y="1530175"/>
            <a:chExt cx="348875" cy="347850"/>
          </a:xfrm>
        </p:grpSpPr>
        <p:sp>
          <p:nvSpPr>
            <p:cNvPr id="1404" name="Google Shape;1404;p29"/>
            <p:cNvSpPr/>
            <p:nvPr/>
          </p:nvSpPr>
          <p:spPr>
            <a:xfrm>
              <a:off x="1360900" y="1801225"/>
              <a:ext cx="14975" cy="13375"/>
            </a:xfrm>
            <a:custGeom>
              <a:rect b="b" l="l" r="r" t="t"/>
              <a:pathLst>
                <a:path extrusionOk="0" h="535" w="599">
                  <a:moveTo>
                    <a:pt x="306" y="0"/>
                  </a:moveTo>
                  <a:cubicBezTo>
                    <a:pt x="244" y="0"/>
                    <a:pt x="180" y="20"/>
                    <a:pt x="132" y="68"/>
                  </a:cubicBezTo>
                  <a:cubicBezTo>
                    <a:pt x="51" y="149"/>
                    <a:pt x="0" y="281"/>
                    <a:pt x="51" y="362"/>
                  </a:cubicBezTo>
                  <a:cubicBezTo>
                    <a:pt x="91" y="494"/>
                    <a:pt x="213" y="534"/>
                    <a:pt x="304" y="534"/>
                  </a:cubicBezTo>
                  <a:cubicBezTo>
                    <a:pt x="426" y="534"/>
                    <a:pt x="558" y="453"/>
                    <a:pt x="599" y="321"/>
                  </a:cubicBezTo>
                  <a:cubicBezTo>
                    <a:pt x="599" y="199"/>
                    <a:pt x="558" y="68"/>
                    <a:pt x="426" y="27"/>
                  </a:cubicBezTo>
                  <a:cubicBezTo>
                    <a:pt x="393" y="10"/>
                    <a:pt x="350" y="0"/>
                    <a:pt x="3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9"/>
            <p:cNvSpPr/>
            <p:nvPr/>
          </p:nvSpPr>
          <p:spPr>
            <a:xfrm>
              <a:off x="1027000" y="1703450"/>
              <a:ext cx="348875" cy="174575"/>
            </a:xfrm>
            <a:custGeom>
              <a:rect b="b" l="l" r="r" t="t"/>
              <a:pathLst>
                <a:path extrusionOk="0" h="6983" w="13955">
                  <a:moveTo>
                    <a:pt x="5288" y="559"/>
                  </a:moveTo>
                  <a:lnTo>
                    <a:pt x="4101" y="1655"/>
                  </a:lnTo>
                  <a:lnTo>
                    <a:pt x="975" y="1655"/>
                  </a:lnTo>
                  <a:lnTo>
                    <a:pt x="2152" y="559"/>
                  </a:lnTo>
                  <a:close/>
                  <a:moveTo>
                    <a:pt x="10697" y="559"/>
                  </a:moveTo>
                  <a:lnTo>
                    <a:pt x="9510" y="1655"/>
                  </a:lnTo>
                  <a:lnTo>
                    <a:pt x="8373" y="1655"/>
                  </a:lnTo>
                  <a:lnTo>
                    <a:pt x="7358" y="721"/>
                  </a:lnTo>
                  <a:lnTo>
                    <a:pt x="7571" y="559"/>
                  </a:lnTo>
                  <a:close/>
                  <a:moveTo>
                    <a:pt x="3969" y="2203"/>
                  </a:moveTo>
                  <a:lnTo>
                    <a:pt x="3969" y="6475"/>
                  </a:lnTo>
                  <a:lnTo>
                    <a:pt x="549" y="6475"/>
                  </a:lnTo>
                  <a:lnTo>
                    <a:pt x="549" y="2203"/>
                  </a:lnTo>
                  <a:close/>
                  <a:moveTo>
                    <a:pt x="6760" y="3979"/>
                  </a:moveTo>
                  <a:lnTo>
                    <a:pt x="6760" y="6475"/>
                  </a:lnTo>
                  <a:lnTo>
                    <a:pt x="5745" y="6475"/>
                  </a:lnTo>
                  <a:lnTo>
                    <a:pt x="5745" y="3979"/>
                  </a:lnTo>
                  <a:close/>
                  <a:moveTo>
                    <a:pt x="6425" y="559"/>
                  </a:moveTo>
                  <a:lnTo>
                    <a:pt x="8028" y="2030"/>
                  </a:lnTo>
                  <a:lnTo>
                    <a:pt x="8028" y="6475"/>
                  </a:lnTo>
                  <a:lnTo>
                    <a:pt x="7318" y="6475"/>
                  </a:lnTo>
                  <a:lnTo>
                    <a:pt x="7318" y="3725"/>
                  </a:lnTo>
                  <a:cubicBezTo>
                    <a:pt x="7318" y="3552"/>
                    <a:pt x="7186" y="3431"/>
                    <a:pt x="7013" y="3431"/>
                  </a:cubicBezTo>
                  <a:lnTo>
                    <a:pt x="5491" y="3431"/>
                  </a:lnTo>
                  <a:cubicBezTo>
                    <a:pt x="5329" y="3431"/>
                    <a:pt x="5197" y="3552"/>
                    <a:pt x="5197" y="3725"/>
                  </a:cubicBezTo>
                  <a:lnTo>
                    <a:pt x="5197" y="6475"/>
                  </a:lnTo>
                  <a:lnTo>
                    <a:pt x="4527" y="6475"/>
                  </a:lnTo>
                  <a:lnTo>
                    <a:pt x="4527" y="2030"/>
                  </a:lnTo>
                  <a:lnTo>
                    <a:pt x="6090" y="559"/>
                  </a:lnTo>
                  <a:close/>
                  <a:moveTo>
                    <a:pt x="9347" y="2203"/>
                  </a:moveTo>
                  <a:lnTo>
                    <a:pt x="9347" y="6475"/>
                  </a:lnTo>
                  <a:lnTo>
                    <a:pt x="8536" y="6475"/>
                  </a:lnTo>
                  <a:lnTo>
                    <a:pt x="8536" y="2203"/>
                  </a:lnTo>
                  <a:close/>
                  <a:moveTo>
                    <a:pt x="12138" y="3979"/>
                  </a:moveTo>
                  <a:lnTo>
                    <a:pt x="12138" y="6475"/>
                  </a:lnTo>
                  <a:lnTo>
                    <a:pt x="11164" y="6475"/>
                  </a:lnTo>
                  <a:lnTo>
                    <a:pt x="11164" y="3979"/>
                  </a:lnTo>
                  <a:close/>
                  <a:moveTo>
                    <a:pt x="2030" y="0"/>
                  </a:moveTo>
                  <a:cubicBezTo>
                    <a:pt x="1990" y="0"/>
                    <a:pt x="1898" y="51"/>
                    <a:pt x="1858" y="92"/>
                  </a:cubicBezTo>
                  <a:lnTo>
                    <a:pt x="82" y="1695"/>
                  </a:lnTo>
                  <a:lnTo>
                    <a:pt x="82" y="1736"/>
                  </a:lnTo>
                  <a:lnTo>
                    <a:pt x="41" y="1736"/>
                  </a:lnTo>
                  <a:lnTo>
                    <a:pt x="41" y="1776"/>
                  </a:lnTo>
                  <a:cubicBezTo>
                    <a:pt x="41" y="1776"/>
                    <a:pt x="1" y="1827"/>
                    <a:pt x="1" y="1868"/>
                  </a:cubicBezTo>
                  <a:lnTo>
                    <a:pt x="1" y="1908"/>
                  </a:lnTo>
                  <a:lnTo>
                    <a:pt x="1" y="6729"/>
                  </a:lnTo>
                  <a:cubicBezTo>
                    <a:pt x="1" y="6901"/>
                    <a:pt x="122" y="6982"/>
                    <a:pt x="295" y="6982"/>
                  </a:cubicBezTo>
                  <a:lnTo>
                    <a:pt x="13660" y="6982"/>
                  </a:lnTo>
                  <a:cubicBezTo>
                    <a:pt x="13660" y="6982"/>
                    <a:pt x="13955" y="6901"/>
                    <a:pt x="13955" y="6729"/>
                  </a:cubicBezTo>
                  <a:lnTo>
                    <a:pt x="13955" y="5420"/>
                  </a:lnTo>
                  <a:cubicBezTo>
                    <a:pt x="13955" y="5247"/>
                    <a:pt x="13823" y="5166"/>
                    <a:pt x="13660" y="5166"/>
                  </a:cubicBezTo>
                  <a:cubicBezTo>
                    <a:pt x="13529" y="5166"/>
                    <a:pt x="13407" y="5247"/>
                    <a:pt x="13407" y="5420"/>
                  </a:cubicBezTo>
                  <a:lnTo>
                    <a:pt x="13407" y="6475"/>
                  </a:lnTo>
                  <a:lnTo>
                    <a:pt x="12686" y="6475"/>
                  </a:lnTo>
                  <a:lnTo>
                    <a:pt x="12686" y="3725"/>
                  </a:lnTo>
                  <a:cubicBezTo>
                    <a:pt x="12686" y="3552"/>
                    <a:pt x="12554" y="3431"/>
                    <a:pt x="12433" y="3431"/>
                  </a:cubicBezTo>
                  <a:lnTo>
                    <a:pt x="10870" y="3431"/>
                  </a:lnTo>
                  <a:cubicBezTo>
                    <a:pt x="10738" y="3431"/>
                    <a:pt x="10616" y="3552"/>
                    <a:pt x="10616" y="3725"/>
                  </a:cubicBezTo>
                  <a:lnTo>
                    <a:pt x="10616" y="6475"/>
                  </a:lnTo>
                  <a:lnTo>
                    <a:pt x="9895" y="6475"/>
                  </a:lnTo>
                  <a:lnTo>
                    <a:pt x="9895" y="2030"/>
                  </a:lnTo>
                  <a:lnTo>
                    <a:pt x="11499" y="559"/>
                  </a:lnTo>
                  <a:lnTo>
                    <a:pt x="11793" y="559"/>
                  </a:lnTo>
                  <a:lnTo>
                    <a:pt x="13407" y="2030"/>
                  </a:lnTo>
                  <a:lnTo>
                    <a:pt x="13407" y="2964"/>
                  </a:lnTo>
                  <a:cubicBezTo>
                    <a:pt x="13407" y="2964"/>
                    <a:pt x="13529" y="3217"/>
                    <a:pt x="13660" y="3217"/>
                  </a:cubicBezTo>
                  <a:cubicBezTo>
                    <a:pt x="13823" y="3217"/>
                    <a:pt x="13955" y="3096"/>
                    <a:pt x="13955" y="2964"/>
                  </a:cubicBezTo>
                  <a:lnTo>
                    <a:pt x="13955" y="1908"/>
                  </a:lnTo>
                  <a:cubicBezTo>
                    <a:pt x="13955" y="1827"/>
                    <a:pt x="13914" y="1776"/>
                    <a:pt x="13863" y="1695"/>
                  </a:cubicBezTo>
                  <a:lnTo>
                    <a:pt x="12087" y="92"/>
                  </a:lnTo>
                  <a:cubicBezTo>
                    <a:pt x="12047" y="51"/>
                    <a:pt x="11966" y="0"/>
                    <a:pt x="11925" y="0"/>
                  </a:cubicBezTo>
                  <a:lnTo>
                    <a:pt x="7439" y="0"/>
                  </a:lnTo>
                  <a:cubicBezTo>
                    <a:pt x="7399" y="0"/>
                    <a:pt x="7318" y="51"/>
                    <a:pt x="7267" y="92"/>
                  </a:cubicBezTo>
                  <a:lnTo>
                    <a:pt x="6973" y="345"/>
                  </a:lnTo>
                  <a:lnTo>
                    <a:pt x="6678" y="92"/>
                  </a:lnTo>
                  <a:cubicBezTo>
                    <a:pt x="6638" y="51"/>
                    <a:pt x="6506" y="0"/>
                    <a:pt x="65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9"/>
            <p:cNvSpPr/>
            <p:nvPr/>
          </p:nvSpPr>
          <p:spPr>
            <a:xfrm>
              <a:off x="1060750" y="1788175"/>
              <a:ext cx="45425" cy="47475"/>
            </a:xfrm>
            <a:custGeom>
              <a:rect b="b" l="l" r="r" t="t"/>
              <a:pathLst>
                <a:path extrusionOk="0" h="1899" w="1817">
                  <a:moveTo>
                    <a:pt x="1269" y="549"/>
                  </a:moveTo>
                  <a:lnTo>
                    <a:pt x="1269" y="1351"/>
                  </a:lnTo>
                  <a:lnTo>
                    <a:pt x="548" y="1351"/>
                  </a:lnTo>
                  <a:lnTo>
                    <a:pt x="548" y="549"/>
                  </a:lnTo>
                  <a:close/>
                  <a:moveTo>
                    <a:pt x="254" y="1"/>
                  </a:moveTo>
                  <a:cubicBezTo>
                    <a:pt x="132" y="1"/>
                    <a:pt x="0" y="123"/>
                    <a:pt x="0" y="255"/>
                  </a:cubicBezTo>
                  <a:lnTo>
                    <a:pt x="0" y="1604"/>
                  </a:lnTo>
                  <a:cubicBezTo>
                    <a:pt x="0" y="1777"/>
                    <a:pt x="132" y="1899"/>
                    <a:pt x="254" y="1899"/>
                  </a:cubicBezTo>
                  <a:lnTo>
                    <a:pt x="1563" y="1899"/>
                  </a:lnTo>
                  <a:cubicBezTo>
                    <a:pt x="1695" y="1899"/>
                    <a:pt x="1817" y="1777"/>
                    <a:pt x="1817" y="1604"/>
                  </a:cubicBezTo>
                  <a:lnTo>
                    <a:pt x="1817" y="255"/>
                  </a:lnTo>
                  <a:cubicBezTo>
                    <a:pt x="1817" y="123"/>
                    <a:pt x="1695" y="1"/>
                    <a:pt x="1563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9"/>
            <p:cNvSpPr/>
            <p:nvPr/>
          </p:nvSpPr>
          <p:spPr>
            <a:xfrm>
              <a:off x="1173900" y="1566200"/>
              <a:ext cx="55075" cy="54825"/>
            </a:xfrm>
            <a:custGeom>
              <a:rect b="b" l="l" r="r" t="t"/>
              <a:pathLst>
                <a:path extrusionOk="0" h="2193" w="2203">
                  <a:moveTo>
                    <a:pt x="1097" y="507"/>
                  </a:moveTo>
                  <a:cubicBezTo>
                    <a:pt x="1391" y="507"/>
                    <a:pt x="1645" y="761"/>
                    <a:pt x="1645" y="1096"/>
                  </a:cubicBezTo>
                  <a:cubicBezTo>
                    <a:pt x="1645" y="1390"/>
                    <a:pt x="1391" y="1644"/>
                    <a:pt x="1097" y="1644"/>
                  </a:cubicBezTo>
                  <a:cubicBezTo>
                    <a:pt x="802" y="1644"/>
                    <a:pt x="549" y="1390"/>
                    <a:pt x="549" y="1096"/>
                  </a:cubicBezTo>
                  <a:cubicBezTo>
                    <a:pt x="549" y="761"/>
                    <a:pt x="802" y="507"/>
                    <a:pt x="1097" y="507"/>
                  </a:cubicBezTo>
                  <a:close/>
                  <a:moveTo>
                    <a:pt x="1097" y="0"/>
                  </a:moveTo>
                  <a:cubicBezTo>
                    <a:pt x="508" y="0"/>
                    <a:pt x="1" y="467"/>
                    <a:pt x="1" y="1096"/>
                  </a:cubicBezTo>
                  <a:cubicBezTo>
                    <a:pt x="1" y="1685"/>
                    <a:pt x="508" y="2192"/>
                    <a:pt x="1097" y="2192"/>
                  </a:cubicBezTo>
                  <a:cubicBezTo>
                    <a:pt x="1695" y="2192"/>
                    <a:pt x="2203" y="1685"/>
                    <a:pt x="2203" y="1096"/>
                  </a:cubicBezTo>
                  <a:cubicBezTo>
                    <a:pt x="2203" y="467"/>
                    <a:pt x="1695" y="0"/>
                    <a:pt x="10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9"/>
            <p:cNvSpPr/>
            <p:nvPr/>
          </p:nvSpPr>
          <p:spPr>
            <a:xfrm>
              <a:off x="1138900" y="1530175"/>
              <a:ext cx="124850" cy="157575"/>
            </a:xfrm>
            <a:custGeom>
              <a:rect b="b" l="l" r="r" t="t"/>
              <a:pathLst>
                <a:path extrusionOk="0" h="6303" w="4994">
                  <a:moveTo>
                    <a:pt x="2497" y="548"/>
                  </a:moveTo>
                  <a:cubicBezTo>
                    <a:pt x="3603" y="548"/>
                    <a:pt x="4486" y="1441"/>
                    <a:pt x="4486" y="2537"/>
                  </a:cubicBezTo>
                  <a:cubicBezTo>
                    <a:pt x="4486" y="4141"/>
                    <a:pt x="2963" y="5328"/>
                    <a:pt x="2497" y="5714"/>
                  </a:cubicBezTo>
                  <a:cubicBezTo>
                    <a:pt x="2030" y="5328"/>
                    <a:pt x="558" y="4100"/>
                    <a:pt x="558" y="2537"/>
                  </a:cubicBezTo>
                  <a:cubicBezTo>
                    <a:pt x="558" y="1441"/>
                    <a:pt x="1401" y="548"/>
                    <a:pt x="2497" y="548"/>
                  </a:cubicBezTo>
                  <a:close/>
                  <a:moveTo>
                    <a:pt x="2497" y="0"/>
                  </a:moveTo>
                  <a:cubicBezTo>
                    <a:pt x="1106" y="0"/>
                    <a:pt x="0" y="1147"/>
                    <a:pt x="0" y="2537"/>
                  </a:cubicBezTo>
                  <a:cubicBezTo>
                    <a:pt x="0" y="4699"/>
                    <a:pt x="2243" y="6221"/>
                    <a:pt x="2375" y="6262"/>
                  </a:cubicBezTo>
                  <a:cubicBezTo>
                    <a:pt x="2415" y="6302"/>
                    <a:pt x="2456" y="6302"/>
                    <a:pt x="2497" y="6302"/>
                  </a:cubicBezTo>
                  <a:cubicBezTo>
                    <a:pt x="2537" y="6302"/>
                    <a:pt x="2588" y="6302"/>
                    <a:pt x="2669" y="6262"/>
                  </a:cubicBezTo>
                  <a:cubicBezTo>
                    <a:pt x="2669" y="6262"/>
                    <a:pt x="3258" y="5876"/>
                    <a:pt x="3806" y="5247"/>
                  </a:cubicBezTo>
                  <a:cubicBezTo>
                    <a:pt x="4618" y="4394"/>
                    <a:pt x="4993" y="3430"/>
                    <a:pt x="4993" y="2537"/>
                  </a:cubicBezTo>
                  <a:cubicBezTo>
                    <a:pt x="4993" y="1147"/>
                    <a:pt x="3897" y="0"/>
                    <a:pt x="24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9" name="Google Shape;1409;p29"/>
          <p:cNvGrpSpPr/>
          <p:nvPr/>
        </p:nvGrpSpPr>
        <p:grpSpPr>
          <a:xfrm>
            <a:off x="868454" y="1619593"/>
            <a:ext cx="384993" cy="353915"/>
            <a:chOff x="1002650" y="3766100"/>
            <a:chExt cx="355225" cy="326550"/>
          </a:xfrm>
        </p:grpSpPr>
        <p:sp>
          <p:nvSpPr>
            <p:cNvPr id="1410" name="Google Shape;1410;p29"/>
            <p:cNvSpPr/>
            <p:nvPr/>
          </p:nvSpPr>
          <p:spPr>
            <a:xfrm>
              <a:off x="1288075" y="4033350"/>
              <a:ext cx="15750" cy="13900"/>
            </a:xfrm>
            <a:custGeom>
              <a:rect b="b" l="l" r="r" t="t"/>
              <a:pathLst>
                <a:path extrusionOk="0" h="556" w="630">
                  <a:moveTo>
                    <a:pt x="337" y="1"/>
                  </a:moveTo>
                  <a:cubicBezTo>
                    <a:pt x="271" y="1"/>
                    <a:pt x="198" y="24"/>
                    <a:pt x="122" y="48"/>
                  </a:cubicBezTo>
                  <a:cubicBezTo>
                    <a:pt x="41" y="129"/>
                    <a:pt x="0" y="261"/>
                    <a:pt x="41" y="383"/>
                  </a:cubicBezTo>
                  <a:cubicBezTo>
                    <a:pt x="82" y="474"/>
                    <a:pt x="214" y="555"/>
                    <a:pt x="335" y="555"/>
                  </a:cubicBezTo>
                  <a:cubicBezTo>
                    <a:pt x="467" y="555"/>
                    <a:pt x="548" y="474"/>
                    <a:pt x="589" y="342"/>
                  </a:cubicBezTo>
                  <a:cubicBezTo>
                    <a:pt x="630" y="220"/>
                    <a:pt x="548" y="88"/>
                    <a:pt x="467" y="48"/>
                  </a:cubicBezTo>
                  <a:cubicBezTo>
                    <a:pt x="429" y="13"/>
                    <a:pt x="385" y="1"/>
                    <a:pt x="33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9"/>
            <p:cNvSpPr/>
            <p:nvPr/>
          </p:nvSpPr>
          <p:spPr>
            <a:xfrm>
              <a:off x="1002650" y="3766100"/>
              <a:ext cx="355225" cy="326550"/>
            </a:xfrm>
            <a:custGeom>
              <a:rect b="b" l="l" r="r" t="t"/>
              <a:pathLst>
                <a:path extrusionOk="0" h="13062" w="14209">
                  <a:moveTo>
                    <a:pt x="12260" y="2792"/>
                  </a:moveTo>
                  <a:cubicBezTo>
                    <a:pt x="12432" y="2792"/>
                    <a:pt x="12554" y="2954"/>
                    <a:pt x="12554" y="3126"/>
                  </a:cubicBezTo>
                  <a:lnTo>
                    <a:pt x="12554" y="3847"/>
                  </a:lnTo>
                  <a:lnTo>
                    <a:pt x="1644" y="3847"/>
                  </a:lnTo>
                  <a:lnTo>
                    <a:pt x="1644" y="3126"/>
                  </a:lnTo>
                  <a:cubicBezTo>
                    <a:pt x="1644" y="2954"/>
                    <a:pt x="1817" y="2792"/>
                    <a:pt x="1949" y="2792"/>
                  </a:cubicBezTo>
                  <a:close/>
                  <a:moveTo>
                    <a:pt x="4141" y="549"/>
                  </a:moveTo>
                  <a:cubicBezTo>
                    <a:pt x="4313" y="549"/>
                    <a:pt x="4486" y="630"/>
                    <a:pt x="4608" y="762"/>
                  </a:cubicBezTo>
                  <a:lnTo>
                    <a:pt x="4993" y="1310"/>
                  </a:lnTo>
                  <a:cubicBezTo>
                    <a:pt x="5034" y="1391"/>
                    <a:pt x="5115" y="1432"/>
                    <a:pt x="5196" y="1432"/>
                  </a:cubicBezTo>
                  <a:lnTo>
                    <a:pt x="12767" y="1432"/>
                  </a:lnTo>
                  <a:cubicBezTo>
                    <a:pt x="13234" y="1432"/>
                    <a:pt x="13660" y="1858"/>
                    <a:pt x="13660" y="2365"/>
                  </a:cubicBezTo>
                  <a:lnTo>
                    <a:pt x="13660" y="3928"/>
                  </a:lnTo>
                  <a:cubicBezTo>
                    <a:pt x="13528" y="3888"/>
                    <a:pt x="13366" y="3847"/>
                    <a:pt x="13193" y="3847"/>
                  </a:cubicBezTo>
                  <a:lnTo>
                    <a:pt x="13112" y="3847"/>
                  </a:lnTo>
                  <a:lnTo>
                    <a:pt x="13112" y="3126"/>
                  </a:lnTo>
                  <a:cubicBezTo>
                    <a:pt x="13112" y="2619"/>
                    <a:pt x="12727" y="2233"/>
                    <a:pt x="12260" y="2233"/>
                  </a:cubicBezTo>
                  <a:lnTo>
                    <a:pt x="1949" y="2233"/>
                  </a:lnTo>
                  <a:cubicBezTo>
                    <a:pt x="1482" y="2233"/>
                    <a:pt x="1096" y="2619"/>
                    <a:pt x="1096" y="3126"/>
                  </a:cubicBezTo>
                  <a:lnTo>
                    <a:pt x="1096" y="3847"/>
                  </a:lnTo>
                  <a:lnTo>
                    <a:pt x="1015" y="3847"/>
                  </a:lnTo>
                  <a:cubicBezTo>
                    <a:pt x="843" y="3847"/>
                    <a:pt x="680" y="3888"/>
                    <a:pt x="548" y="3928"/>
                  </a:cubicBezTo>
                  <a:lnTo>
                    <a:pt x="548" y="1432"/>
                  </a:lnTo>
                  <a:cubicBezTo>
                    <a:pt x="548" y="924"/>
                    <a:pt x="975" y="549"/>
                    <a:pt x="1441" y="549"/>
                  </a:cubicBezTo>
                  <a:close/>
                  <a:moveTo>
                    <a:pt x="13193" y="4395"/>
                  </a:moveTo>
                  <a:cubicBezTo>
                    <a:pt x="13447" y="4395"/>
                    <a:pt x="13660" y="4608"/>
                    <a:pt x="13660" y="4862"/>
                  </a:cubicBezTo>
                  <a:lnTo>
                    <a:pt x="13660" y="11874"/>
                  </a:lnTo>
                  <a:cubicBezTo>
                    <a:pt x="13660" y="12219"/>
                    <a:pt x="13366" y="12514"/>
                    <a:pt x="13021" y="12514"/>
                  </a:cubicBezTo>
                  <a:lnTo>
                    <a:pt x="1188" y="12514"/>
                  </a:lnTo>
                  <a:cubicBezTo>
                    <a:pt x="843" y="12514"/>
                    <a:pt x="548" y="12219"/>
                    <a:pt x="548" y="11874"/>
                  </a:cubicBezTo>
                  <a:lnTo>
                    <a:pt x="548" y="4862"/>
                  </a:lnTo>
                  <a:cubicBezTo>
                    <a:pt x="548" y="4608"/>
                    <a:pt x="762" y="4395"/>
                    <a:pt x="1015" y="4395"/>
                  </a:cubicBezTo>
                  <a:close/>
                  <a:moveTo>
                    <a:pt x="1441" y="1"/>
                  </a:moveTo>
                  <a:cubicBezTo>
                    <a:pt x="630" y="1"/>
                    <a:pt x="0" y="630"/>
                    <a:pt x="0" y="1432"/>
                  </a:cubicBezTo>
                  <a:lnTo>
                    <a:pt x="0" y="11874"/>
                  </a:lnTo>
                  <a:cubicBezTo>
                    <a:pt x="0" y="12514"/>
                    <a:pt x="508" y="13062"/>
                    <a:pt x="1188" y="13062"/>
                  </a:cubicBezTo>
                  <a:lnTo>
                    <a:pt x="13021" y="13062"/>
                  </a:lnTo>
                  <a:cubicBezTo>
                    <a:pt x="13701" y="13062"/>
                    <a:pt x="14208" y="12514"/>
                    <a:pt x="14208" y="11874"/>
                  </a:cubicBezTo>
                  <a:lnTo>
                    <a:pt x="14208" y="2365"/>
                  </a:lnTo>
                  <a:cubicBezTo>
                    <a:pt x="14208" y="1564"/>
                    <a:pt x="13569" y="884"/>
                    <a:pt x="12767" y="884"/>
                  </a:cubicBezTo>
                  <a:lnTo>
                    <a:pt x="5410" y="884"/>
                  </a:lnTo>
                  <a:lnTo>
                    <a:pt x="5115" y="457"/>
                  </a:lnTo>
                  <a:cubicBezTo>
                    <a:pt x="4902" y="163"/>
                    <a:pt x="4567" y="1"/>
                    <a:pt x="4232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9"/>
            <p:cNvSpPr/>
            <p:nvPr/>
          </p:nvSpPr>
          <p:spPr>
            <a:xfrm>
              <a:off x="1042725" y="3894475"/>
              <a:ext cx="229400" cy="152775"/>
            </a:xfrm>
            <a:custGeom>
              <a:rect b="b" l="l" r="r" t="t"/>
              <a:pathLst>
                <a:path extrusionOk="0" h="6111" w="9176">
                  <a:moveTo>
                    <a:pt x="5501" y="701"/>
                  </a:moveTo>
                  <a:lnTo>
                    <a:pt x="7531" y="2680"/>
                  </a:lnTo>
                  <a:lnTo>
                    <a:pt x="3472" y="2680"/>
                  </a:lnTo>
                  <a:lnTo>
                    <a:pt x="5501" y="701"/>
                  </a:lnTo>
                  <a:close/>
                  <a:moveTo>
                    <a:pt x="5928" y="4628"/>
                  </a:moveTo>
                  <a:lnTo>
                    <a:pt x="5928" y="5562"/>
                  </a:lnTo>
                  <a:lnTo>
                    <a:pt x="5075" y="5562"/>
                  </a:lnTo>
                  <a:lnTo>
                    <a:pt x="5075" y="4628"/>
                  </a:lnTo>
                  <a:close/>
                  <a:moveTo>
                    <a:pt x="7358" y="3238"/>
                  </a:moveTo>
                  <a:lnTo>
                    <a:pt x="7358" y="5562"/>
                  </a:lnTo>
                  <a:lnTo>
                    <a:pt x="6476" y="5562"/>
                  </a:lnTo>
                  <a:lnTo>
                    <a:pt x="6476" y="4375"/>
                  </a:lnTo>
                  <a:cubicBezTo>
                    <a:pt x="6476" y="4202"/>
                    <a:pt x="6344" y="4080"/>
                    <a:pt x="6181" y="4080"/>
                  </a:cubicBezTo>
                  <a:lnTo>
                    <a:pt x="4821" y="4080"/>
                  </a:lnTo>
                  <a:cubicBezTo>
                    <a:pt x="4659" y="4080"/>
                    <a:pt x="4527" y="4202"/>
                    <a:pt x="4527" y="4375"/>
                  </a:cubicBezTo>
                  <a:lnTo>
                    <a:pt x="4527" y="5562"/>
                  </a:lnTo>
                  <a:lnTo>
                    <a:pt x="3644" y="5562"/>
                  </a:lnTo>
                  <a:lnTo>
                    <a:pt x="3644" y="3238"/>
                  </a:lnTo>
                  <a:close/>
                  <a:moveTo>
                    <a:pt x="5501" y="1"/>
                  </a:moveTo>
                  <a:cubicBezTo>
                    <a:pt x="5428" y="1"/>
                    <a:pt x="5354" y="21"/>
                    <a:pt x="5288" y="62"/>
                  </a:cubicBezTo>
                  <a:lnTo>
                    <a:pt x="2579" y="2771"/>
                  </a:lnTo>
                  <a:cubicBezTo>
                    <a:pt x="2457" y="2853"/>
                    <a:pt x="2457" y="3025"/>
                    <a:pt x="2538" y="3147"/>
                  </a:cubicBezTo>
                  <a:cubicBezTo>
                    <a:pt x="2629" y="3187"/>
                    <a:pt x="2710" y="3238"/>
                    <a:pt x="2792" y="3238"/>
                  </a:cubicBezTo>
                  <a:lnTo>
                    <a:pt x="3086" y="3238"/>
                  </a:lnTo>
                  <a:lnTo>
                    <a:pt x="3086" y="5562"/>
                  </a:lnTo>
                  <a:lnTo>
                    <a:pt x="346" y="5562"/>
                  </a:lnTo>
                  <a:cubicBezTo>
                    <a:pt x="173" y="5562"/>
                    <a:pt x="41" y="5643"/>
                    <a:pt x="41" y="5816"/>
                  </a:cubicBezTo>
                  <a:cubicBezTo>
                    <a:pt x="1" y="5978"/>
                    <a:pt x="133" y="6110"/>
                    <a:pt x="295" y="6110"/>
                  </a:cubicBezTo>
                  <a:lnTo>
                    <a:pt x="8881" y="6110"/>
                  </a:lnTo>
                  <a:cubicBezTo>
                    <a:pt x="9013" y="6110"/>
                    <a:pt x="9134" y="6029"/>
                    <a:pt x="9134" y="5897"/>
                  </a:cubicBezTo>
                  <a:cubicBezTo>
                    <a:pt x="9175" y="5684"/>
                    <a:pt x="9053" y="5562"/>
                    <a:pt x="8881" y="5562"/>
                  </a:cubicBezTo>
                  <a:lnTo>
                    <a:pt x="7907" y="5562"/>
                  </a:lnTo>
                  <a:lnTo>
                    <a:pt x="7907" y="3238"/>
                  </a:lnTo>
                  <a:lnTo>
                    <a:pt x="8211" y="3238"/>
                  </a:lnTo>
                  <a:cubicBezTo>
                    <a:pt x="8292" y="3238"/>
                    <a:pt x="8373" y="3187"/>
                    <a:pt x="8465" y="3147"/>
                  </a:cubicBezTo>
                  <a:cubicBezTo>
                    <a:pt x="8546" y="3025"/>
                    <a:pt x="8546" y="2853"/>
                    <a:pt x="8414" y="2771"/>
                  </a:cubicBezTo>
                  <a:lnTo>
                    <a:pt x="5714" y="62"/>
                  </a:lnTo>
                  <a:cubicBezTo>
                    <a:pt x="5648" y="21"/>
                    <a:pt x="5575" y="1"/>
                    <a:pt x="5501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3" name="Google Shape;1413;p29"/>
          <p:cNvGrpSpPr/>
          <p:nvPr/>
        </p:nvGrpSpPr>
        <p:grpSpPr>
          <a:xfrm>
            <a:off x="868454" y="3499935"/>
            <a:ext cx="384993" cy="355297"/>
            <a:chOff x="4737525" y="3764825"/>
            <a:chExt cx="355225" cy="327825"/>
          </a:xfrm>
        </p:grpSpPr>
        <p:sp>
          <p:nvSpPr>
            <p:cNvPr id="1414" name="Google Shape;1414;p29"/>
            <p:cNvSpPr/>
            <p:nvPr/>
          </p:nvSpPr>
          <p:spPr>
            <a:xfrm>
              <a:off x="4803000" y="3947600"/>
              <a:ext cx="14725" cy="13875"/>
            </a:xfrm>
            <a:custGeom>
              <a:rect b="b" l="l" r="r" t="t"/>
              <a:pathLst>
                <a:path extrusionOk="0" h="555" w="589">
                  <a:moveTo>
                    <a:pt x="307" y="1"/>
                  </a:moveTo>
                  <a:cubicBezTo>
                    <a:pt x="239" y="1"/>
                    <a:pt x="179" y="24"/>
                    <a:pt x="132" y="48"/>
                  </a:cubicBezTo>
                  <a:cubicBezTo>
                    <a:pt x="41" y="139"/>
                    <a:pt x="0" y="261"/>
                    <a:pt x="41" y="393"/>
                  </a:cubicBezTo>
                  <a:cubicBezTo>
                    <a:pt x="81" y="474"/>
                    <a:pt x="213" y="555"/>
                    <a:pt x="335" y="555"/>
                  </a:cubicBezTo>
                  <a:cubicBezTo>
                    <a:pt x="467" y="555"/>
                    <a:pt x="548" y="474"/>
                    <a:pt x="589" y="301"/>
                  </a:cubicBezTo>
                  <a:cubicBezTo>
                    <a:pt x="589" y="220"/>
                    <a:pt x="548" y="98"/>
                    <a:pt x="467" y="48"/>
                  </a:cubicBezTo>
                  <a:cubicBezTo>
                    <a:pt x="411" y="13"/>
                    <a:pt x="357" y="1"/>
                    <a:pt x="30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9"/>
            <p:cNvSpPr/>
            <p:nvPr/>
          </p:nvSpPr>
          <p:spPr>
            <a:xfrm>
              <a:off x="5035650" y="3854625"/>
              <a:ext cx="13725" cy="125900"/>
            </a:xfrm>
            <a:custGeom>
              <a:rect b="b" l="l" r="r" t="t"/>
              <a:pathLst>
                <a:path extrusionOk="0" h="5036" w="549">
                  <a:moveTo>
                    <a:pt x="285" y="1"/>
                  </a:moveTo>
                  <a:cubicBezTo>
                    <a:pt x="261" y="1"/>
                    <a:pt x="237" y="4"/>
                    <a:pt x="213" y="12"/>
                  </a:cubicBezTo>
                  <a:cubicBezTo>
                    <a:pt x="81" y="12"/>
                    <a:pt x="0" y="133"/>
                    <a:pt x="0" y="306"/>
                  </a:cubicBezTo>
                  <a:lnTo>
                    <a:pt x="0" y="4741"/>
                  </a:lnTo>
                  <a:cubicBezTo>
                    <a:pt x="0" y="4873"/>
                    <a:pt x="81" y="4995"/>
                    <a:pt x="213" y="5035"/>
                  </a:cubicBezTo>
                  <a:cubicBezTo>
                    <a:pt x="376" y="5035"/>
                    <a:pt x="548" y="4913"/>
                    <a:pt x="548" y="4741"/>
                  </a:cubicBezTo>
                  <a:lnTo>
                    <a:pt x="548" y="265"/>
                  </a:lnTo>
                  <a:cubicBezTo>
                    <a:pt x="548" y="118"/>
                    <a:pt x="423" y="1"/>
                    <a:pt x="28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9"/>
            <p:cNvSpPr/>
            <p:nvPr/>
          </p:nvSpPr>
          <p:spPr>
            <a:xfrm>
              <a:off x="4870725" y="4002825"/>
              <a:ext cx="149975" cy="13725"/>
            </a:xfrm>
            <a:custGeom>
              <a:rect b="b" l="l" r="r" t="t"/>
              <a:pathLst>
                <a:path extrusionOk="0" h="549" w="5999">
                  <a:moveTo>
                    <a:pt x="295" y="0"/>
                  </a:moveTo>
                  <a:cubicBezTo>
                    <a:pt x="123" y="0"/>
                    <a:pt x="1" y="122"/>
                    <a:pt x="41" y="294"/>
                  </a:cubicBezTo>
                  <a:cubicBezTo>
                    <a:pt x="41" y="467"/>
                    <a:pt x="163" y="548"/>
                    <a:pt x="336" y="548"/>
                  </a:cubicBezTo>
                  <a:lnTo>
                    <a:pt x="5704" y="548"/>
                  </a:lnTo>
                  <a:cubicBezTo>
                    <a:pt x="5877" y="548"/>
                    <a:pt x="5998" y="426"/>
                    <a:pt x="5998" y="213"/>
                  </a:cubicBezTo>
                  <a:cubicBezTo>
                    <a:pt x="5958" y="81"/>
                    <a:pt x="5836" y="0"/>
                    <a:pt x="5704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9"/>
            <p:cNvSpPr/>
            <p:nvPr/>
          </p:nvSpPr>
          <p:spPr>
            <a:xfrm>
              <a:off x="4737525" y="3764825"/>
              <a:ext cx="355225" cy="327825"/>
            </a:xfrm>
            <a:custGeom>
              <a:rect b="b" l="l" r="r" t="t"/>
              <a:pathLst>
                <a:path extrusionOk="0" h="13113" w="14209">
                  <a:moveTo>
                    <a:pt x="10778" y="11722"/>
                  </a:moveTo>
                  <a:lnTo>
                    <a:pt x="10778" y="12565"/>
                  </a:lnTo>
                  <a:lnTo>
                    <a:pt x="5917" y="12565"/>
                  </a:lnTo>
                  <a:lnTo>
                    <a:pt x="5917" y="11722"/>
                  </a:lnTo>
                  <a:lnTo>
                    <a:pt x="6465" y="11722"/>
                  </a:lnTo>
                  <a:lnTo>
                    <a:pt x="6465" y="11763"/>
                  </a:lnTo>
                  <a:cubicBezTo>
                    <a:pt x="6465" y="11885"/>
                    <a:pt x="6557" y="12017"/>
                    <a:pt x="6719" y="12057"/>
                  </a:cubicBezTo>
                  <a:cubicBezTo>
                    <a:pt x="6892" y="12057"/>
                    <a:pt x="7013" y="11925"/>
                    <a:pt x="7013" y="11763"/>
                  </a:cubicBezTo>
                  <a:lnTo>
                    <a:pt x="7013" y="11722"/>
                  </a:lnTo>
                  <a:lnTo>
                    <a:pt x="7572" y="11722"/>
                  </a:lnTo>
                  <a:lnTo>
                    <a:pt x="7572" y="11763"/>
                  </a:lnTo>
                  <a:cubicBezTo>
                    <a:pt x="7572" y="11885"/>
                    <a:pt x="7693" y="12017"/>
                    <a:pt x="7825" y="12057"/>
                  </a:cubicBezTo>
                  <a:cubicBezTo>
                    <a:pt x="7988" y="12057"/>
                    <a:pt x="8160" y="11925"/>
                    <a:pt x="8160" y="11763"/>
                  </a:cubicBezTo>
                  <a:lnTo>
                    <a:pt x="8160" y="11722"/>
                  </a:lnTo>
                  <a:lnTo>
                    <a:pt x="8708" y="11722"/>
                  </a:lnTo>
                  <a:lnTo>
                    <a:pt x="8708" y="11763"/>
                  </a:lnTo>
                  <a:cubicBezTo>
                    <a:pt x="8708" y="11885"/>
                    <a:pt x="8840" y="12017"/>
                    <a:pt x="8962" y="12057"/>
                  </a:cubicBezTo>
                  <a:cubicBezTo>
                    <a:pt x="9134" y="12057"/>
                    <a:pt x="9256" y="11925"/>
                    <a:pt x="9256" y="11763"/>
                  </a:cubicBezTo>
                  <a:lnTo>
                    <a:pt x="9256" y="11722"/>
                  </a:lnTo>
                  <a:lnTo>
                    <a:pt x="9855" y="11722"/>
                  </a:lnTo>
                  <a:lnTo>
                    <a:pt x="9855" y="11763"/>
                  </a:lnTo>
                  <a:cubicBezTo>
                    <a:pt x="9855" y="11885"/>
                    <a:pt x="9936" y="12017"/>
                    <a:pt x="10058" y="12057"/>
                  </a:cubicBezTo>
                  <a:cubicBezTo>
                    <a:pt x="10230" y="12057"/>
                    <a:pt x="10403" y="11925"/>
                    <a:pt x="10403" y="11763"/>
                  </a:cubicBezTo>
                  <a:lnTo>
                    <a:pt x="10403" y="11722"/>
                  </a:lnTo>
                  <a:close/>
                  <a:moveTo>
                    <a:pt x="1604" y="559"/>
                  </a:moveTo>
                  <a:cubicBezTo>
                    <a:pt x="2193" y="559"/>
                    <a:pt x="2660" y="1016"/>
                    <a:pt x="2660" y="1615"/>
                  </a:cubicBezTo>
                  <a:lnTo>
                    <a:pt x="2660" y="6344"/>
                  </a:lnTo>
                  <a:cubicBezTo>
                    <a:pt x="2660" y="6476"/>
                    <a:pt x="2751" y="6597"/>
                    <a:pt x="2913" y="6597"/>
                  </a:cubicBezTo>
                  <a:cubicBezTo>
                    <a:pt x="2939" y="6605"/>
                    <a:pt x="2963" y="6608"/>
                    <a:pt x="2986" y="6608"/>
                  </a:cubicBezTo>
                  <a:cubicBezTo>
                    <a:pt x="3119" y="6608"/>
                    <a:pt x="3208" y="6491"/>
                    <a:pt x="3208" y="6344"/>
                  </a:cubicBezTo>
                  <a:lnTo>
                    <a:pt x="3208" y="1868"/>
                  </a:lnTo>
                  <a:lnTo>
                    <a:pt x="13661" y="1868"/>
                  </a:lnTo>
                  <a:lnTo>
                    <a:pt x="13661" y="12565"/>
                  </a:lnTo>
                  <a:lnTo>
                    <a:pt x="11326" y="12565"/>
                  </a:lnTo>
                  <a:lnTo>
                    <a:pt x="11326" y="11418"/>
                  </a:lnTo>
                  <a:cubicBezTo>
                    <a:pt x="11326" y="11296"/>
                    <a:pt x="11205" y="11164"/>
                    <a:pt x="11032" y="11164"/>
                  </a:cubicBezTo>
                  <a:lnTo>
                    <a:pt x="5623" y="11164"/>
                  </a:lnTo>
                  <a:cubicBezTo>
                    <a:pt x="5491" y="11164"/>
                    <a:pt x="5369" y="11296"/>
                    <a:pt x="5369" y="11418"/>
                  </a:cubicBezTo>
                  <a:lnTo>
                    <a:pt x="5369" y="12565"/>
                  </a:lnTo>
                  <a:lnTo>
                    <a:pt x="1645" y="12565"/>
                  </a:lnTo>
                  <a:cubicBezTo>
                    <a:pt x="1056" y="12565"/>
                    <a:pt x="589" y="12098"/>
                    <a:pt x="549" y="11550"/>
                  </a:cubicBezTo>
                  <a:cubicBezTo>
                    <a:pt x="589" y="11002"/>
                    <a:pt x="1056" y="10576"/>
                    <a:pt x="1604" y="10576"/>
                  </a:cubicBezTo>
                  <a:cubicBezTo>
                    <a:pt x="2193" y="10576"/>
                    <a:pt x="2660" y="11042"/>
                    <a:pt x="2660" y="11590"/>
                  </a:cubicBezTo>
                  <a:cubicBezTo>
                    <a:pt x="2660" y="11763"/>
                    <a:pt x="2792" y="11885"/>
                    <a:pt x="2913" y="11885"/>
                  </a:cubicBezTo>
                  <a:cubicBezTo>
                    <a:pt x="3086" y="11885"/>
                    <a:pt x="3208" y="11763"/>
                    <a:pt x="3208" y="11631"/>
                  </a:cubicBezTo>
                  <a:lnTo>
                    <a:pt x="3208" y="8840"/>
                  </a:lnTo>
                  <a:cubicBezTo>
                    <a:pt x="3208" y="8718"/>
                    <a:pt x="3127" y="8587"/>
                    <a:pt x="3005" y="8587"/>
                  </a:cubicBezTo>
                  <a:cubicBezTo>
                    <a:pt x="2983" y="8581"/>
                    <a:pt x="2962" y="8579"/>
                    <a:pt x="2941" y="8579"/>
                  </a:cubicBezTo>
                  <a:cubicBezTo>
                    <a:pt x="2792" y="8579"/>
                    <a:pt x="2660" y="8698"/>
                    <a:pt x="2660" y="8840"/>
                  </a:cubicBezTo>
                  <a:lnTo>
                    <a:pt x="2660" y="10403"/>
                  </a:lnTo>
                  <a:cubicBezTo>
                    <a:pt x="2365" y="10149"/>
                    <a:pt x="2030" y="10028"/>
                    <a:pt x="1604" y="10028"/>
                  </a:cubicBezTo>
                  <a:cubicBezTo>
                    <a:pt x="1229" y="10028"/>
                    <a:pt x="843" y="10149"/>
                    <a:pt x="549" y="10403"/>
                  </a:cubicBezTo>
                  <a:lnTo>
                    <a:pt x="549" y="1615"/>
                  </a:lnTo>
                  <a:cubicBezTo>
                    <a:pt x="549" y="1016"/>
                    <a:pt x="1016" y="559"/>
                    <a:pt x="1604" y="559"/>
                  </a:cubicBezTo>
                  <a:close/>
                  <a:moveTo>
                    <a:pt x="1604" y="1"/>
                  </a:moveTo>
                  <a:cubicBezTo>
                    <a:pt x="721" y="1"/>
                    <a:pt x="1" y="722"/>
                    <a:pt x="1" y="1615"/>
                  </a:cubicBezTo>
                  <a:lnTo>
                    <a:pt x="1" y="11631"/>
                  </a:lnTo>
                  <a:lnTo>
                    <a:pt x="1" y="11672"/>
                  </a:lnTo>
                  <a:cubicBezTo>
                    <a:pt x="123" y="12483"/>
                    <a:pt x="803" y="13113"/>
                    <a:pt x="1645" y="13113"/>
                  </a:cubicBezTo>
                  <a:lnTo>
                    <a:pt x="13955" y="13113"/>
                  </a:lnTo>
                  <a:cubicBezTo>
                    <a:pt x="14077" y="13113"/>
                    <a:pt x="14209" y="12991"/>
                    <a:pt x="14209" y="12859"/>
                  </a:cubicBezTo>
                  <a:lnTo>
                    <a:pt x="14209" y="1615"/>
                  </a:lnTo>
                  <a:cubicBezTo>
                    <a:pt x="14209" y="1442"/>
                    <a:pt x="14077" y="1320"/>
                    <a:pt x="13955" y="1320"/>
                  </a:cubicBezTo>
                  <a:lnTo>
                    <a:pt x="3208" y="1320"/>
                  </a:lnTo>
                  <a:cubicBezTo>
                    <a:pt x="3045" y="600"/>
                    <a:pt x="2406" y="1"/>
                    <a:pt x="1604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9"/>
            <p:cNvSpPr/>
            <p:nvPr/>
          </p:nvSpPr>
          <p:spPr>
            <a:xfrm>
              <a:off x="4870725" y="3825725"/>
              <a:ext cx="149975" cy="157075"/>
            </a:xfrm>
            <a:custGeom>
              <a:rect b="b" l="l" r="r" t="t"/>
              <a:pathLst>
                <a:path extrusionOk="0" h="6283" w="5999">
                  <a:moveTo>
                    <a:pt x="3005" y="660"/>
                  </a:moveTo>
                  <a:lnTo>
                    <a:pt x="5034" y="2639"/>
                  </a:lnTo>
                  <a:lnTo>
                    <a:pt x="1016" y="2639"/>
                  </a:lnTo>
                  <a:lnTo>
                    <a:pt x="3005" y="660"/>
                  </a:lnTo>
                  <a:close/>
                  <a:moveTo>
                    <a:pt x="3421" y="4588"/>
                  </a:moveTo>
                  <a:lnTo>
                    <a:pt x="3421" y="5734"/>
                  </a:lnTo>
                  <a:lnTo>
                    <a:pt x="2578" y="5734"/>
                  </a:lnTo>
                  <a:lnTo>
                    <a:pt x="2578" y="4588"/>
                  </a:lnTo>
                  <a:close/>
                  <a:moveTo>
                    <a:pt x="4821" y="3197"/>
                  </a:moveTo>
                  <a:lnTo>
                    <a:pt x="4821" y="5734"/>
                  </a:lnTo>
                  <a:lnTo>
                    <a:pt x="3969" y="5734"/>
                  </a:lnTo>
                  <a:lnTo>
                    <a:pt x="3969" y="4293"/>
                  </a:lnTo>
                  <a:cubicBezTo>
                    <a:pt x="3969" y="4161"/>
                    <a:pt x="3847" y="4040"/>
                    <a:pt x="3715" y="4040"/>
                  </a:cubicBezTo>
                  <a:lnTo>
                    <a:pt x="2325" y="4040"/>
                  </a:lnTo>
                  <a:cubicBezTo>
                    <a:pt x="2152" y="4040"/>
                    <a:pt x="2030" y="4161"/>
                    <a:pt x="2030" y="4293"/>
                  </a:cubicBezTo>
                  <a:lnTo>
                    <a:pt x="2030" y="5734"/>
                  </a:lnTo>
                  <a:lnTo>
                    <a:pt x="1178" y="5734"/>
                  </a:lnTo>
                  <a:lnTo>
                    <a:pt x="1178" y="3197"/>
                  </a:lnTo>
                  <a:close/>
                  <a:moveTo>
                    <a:pt x="3005" y="1"/>
                  </a:moveTo>
                  <a:cubicBezTo>
                    <a:pt x="2936" y="1"/>
                    <a:pt x="2873" y="21"/>
                    <a:pt x="2832" y="61"/>
                  </a:cubicBezTo>
                  <a:lnTo>
                    <a:pt x="123" y="2731"/>
                  </a:lnTo>
                  <a:cubicBezTo>
                    <a:pt x="41" y="2771"/>
                    <a:pt x="1" y="2893"/>
                    <a:pt x="41" y="3025"/>
                  </a:cubicBezTo>
                  <a:cubicBezTo>
                    <a:pt x="82" y="3106"/>
                    <a:pt x="295" y="3197"/>
                    <a:pt x="295" y="3197"/>
                  </a:cubicBezTo>
                  <a:lnTo>
                    <a:pt x="630" y="3197"/>
                  </a:lnTo>
                  <a:lnTo>
                    <a:pt x="630" y="6029"/>
                  </a:lnTo>
                  <a:cubicBezTo>
                    <a:pt x="630" y="6191"/>
                    <a:pt x="762" y="6282"/>
                    <a:pt x="884" y="6282"/>
                  </a:cubicBezTo>
                  <a:lnTo>
                    <a:pt x="5116" y="6282"/>
                  </a:lnTo>
                  <a:cubicBezTo>
                    <a:pt x="5288" y="6282"/>
                    <a:pt x="5410" y="6191"/>
                    <a:pt x="5410" y="6029"/>
                  </a:cubicBezTo>
                  <a:lnTo>
                    <a:pt x="5410" y="3147"/>
                  </a:lnTo>
                  <a:lnTo>
                    <a:pt x="5704" y="3147"/>
                  </a:lnTo>
                  <a:cubicBezTo>
                    <a:pt x="5731" y="3157"/>
                    <a:pt x="5755" y="3161"/>
                    <a:pt x="5777" y="3161"/>
                  </a:cubicBezTo>
                  <a:cubicBezTo>
                    <a:pt x="5867" y="3161"/>
                    <a:pt x="5925" y="3090"/>
                    <a:pt x="5958" y="3025"/>
                  </a:cubicBezTo>
                  <a:cubicBezTo>
                    <a:pt x="5998" y="2893"/>
                    <a:pt x="5998" y="2771"/>
                    <a:pt x="5917" y="2731"/>
                  </a:cubicBezTo>
                  <a:lnTo>
                    <a:pt x="3208" y="61"/>
                  </a:lnTo>
                  <a:cubicBezTo>
                    <a:pt x="3147" y="21"/>
                    <a:pt x="3073" y="1"/>
                    <a:pt x="300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9" name="Google Shape;1419;p29"/>
          <p:cNvSpPr/>
          <p:nvPr/>
        </p:nvSpPr>
        <p:spPr>
          <a:xfrm>
            <a:off x="4648603" y="3445142"/>
            <a:ext cx="381209" cy="312466"/>
          </a:xfrm>
          <a:custGeom>
            <a:rect b="b" l="l" r="r" t="t"/>
            <a:pathLst>
              <a:path extrusionOk="0" h="9809" w="11967">
                <a:moveTo>
                  <a:pt x="8309" y="358"/>
                </a:moveTo>
                <a:cubicBezTo>
                  <a:pt x="8940" y="358"/>
                  <a:pt x="9663" y="469"/>
                  <a:pt x="10418" y="796"/>
                </a:cubicBezTo>
                <a:lnTo>
                  <a:pt x="10418" y="7796"/>
                </a:lnTo>
                <a:cubicBezTo>
                  <a:pt x="9723" y="7513"/>
                  <a:pt x="8997" y="7381"/>
                  <a:pt x="8289" y="7381"/>
                </a:cubicBezTo>
                <a:cubicBezTo>
                  <a:pt x="7542" y="7381"/>
                  <a:pt x="6816" y="7527"/>
                  <a:pt x="6168" y="7796"/>
                </a:cubicBezTo>
                <a:lnTo>
                  <a:pt x="6168" y="796"/>
                </a:lnTo>
                <a:cubicBezTo>
                  <a:pt x="6430" y="676"/>
                  <a:pt x="7238" y="358"/>
                  <a:pt x="8309" y="358"/>
                </a:cubicBezTo>
                <a:close/>
                <a:moveTo>
                  <a:pt x="3700" y="358"/>
                </a:moveTo>
                <a:cubicBezTo>
                  <a:pt x="4458" y="358"/>
                  <a:pt x="5191" y="513"/>
                  <a:pt x="5823" y="796"/>
                </a:cubicBezTo>
                <a:cubicBezTo>
                  <a:pt x="5811" y="1677"/>
                  <a:pt x="5811" y="6761"/>
                  <a:pt x="5811" y="7796"/>
                </a:cubicBezTo>
                <a:cubicBezTo>
                  <a:pt x="5418" y="7642"/>
                  <a:pt x="4656" y="7392"/>
                  <a:pt x="3668" y="7392"/>
                </a:cubicBezTo>
                <a:cubicBezTo>
                  <a:pt x="2929" y="7392"/>
                  <a:pt x="2215" y="7523"/>
                  <a:pt x="1548" y="7808"/>
                </a:cubicBezTo>
                <a:lnTo>
                  <a:pt x="1548" y="3867"/>
                </a:lnTo>
                <a:cubicBezTo>
                  <a:pt x="1548" y="3760"/>
                  <a:pt x="1477" y="3689"/>
                  <a:pt x="1370" y="3689"/>
                </a:cubicBezTo>
                <a:cubicBezTo>
                  <a:pt x="1262" y="3689"/>
                  <a:pt x="1191" y="3760"/>
                  <a:pt x="1191" y="3867"/>
                </a:cubicBezTo>
                <a:lnTo>
                  <a:pt x="1191" y="7987"/>
                </a:lnTo>
                <a:cubicBezTo>
                  <a:pt x="1191" y="8118"/>
                  <a:pt x="1298" y="8225"/>
                  <a:pt x="1429" y="8225"/>
                </a:cubicBezTo>
                <a:cubicBezTo>
                  <a:pt x="1465" y="8225"/>
                  <a:pt x="1489" y="8225"/>
                  <a:pt x="1524" y="8213"/>
                </a:cubicBezTo>
                <a:cubicBezTo>
                  <a:pt x="2203" y="7916"/>
                  <a:pt x="2917" y="7761"/>
                  <a:pt x="3656" y="7761"/>
                </a:cubicBezTo>
                <a:cubicBezTo>
                  <a:pt x="4715" y="7761"/>
                  <a:pt x="5537" y="8070"/>
                  <a:pt x="5799" y="8189"/>
                </a:cubicBezTo>
                <a:lnTo>
                  <a:pt x="5799" y="8606"/>
                </a:lnTo>
                <a:lnTo>
                  <a:pt x="417" y="8606"/>
                </a:lnTo>
                <a:cubicBezTo>
                  <a:pt x="381" y="8606"/>
                  <a:pt x="358" y="8582"/>
                  <a:pt x="358" y="8547"/>
                </a:cubicBezTo>
                <a:lnTo>
                  <a:pt x="358" y="1248"/>
                </a:lnTo>
                <a:cubicBezTo>
                  <a:pt x="358" y="1212"/>
                  <a:pt x="381" y="1188"/>
                  <a:pt x="417" y="1188"/>
                </a:cubicBezTo>
                <a:lnTo>
                  <a:pt x="1203" y="1188"/>
                </a:lnTo>
                <a:lnTo>
                  <a:pt x="1203" y="3153"/>
                </a:lnTo>
                <a:cubicBezTo>
                  <a:pt x="1203" y="3248"/>
                  <a:pt x="1274" y="3332"/>
                  <a:pt x="1382" y="3332"/>
                </a:cubicBezTo>
                <a:cubicBezTo>
                  <a:pt x="1489" y="3332"/>
                  <a:pt x="1560" y="3248"/>
                  <a:pt x="1560" y="3153"/>
                </a:cubicBezTo>
                <a:lnTo>
                  <a:pt x="1560" y="796"/>
                </a:lnTo>
                <a:cubicBezTo>
                  <a:pt x="2253" y="495"/>
                  <a:pt x="2987" y="358"/>
                  <a:pt x="3700" y="358"/>
                </a:cubicBezTo>
                <a:close/>
                <a:moveTo>
                  <a:pt x="6608" y="7987"/>
                </a:moveTo>
                <a:lnTo>
                  <a:pt x="6608" y="9249"/>
                </a:lnTo>
                <a:lnTo>
                  <a:pt x="6501" y="9166"/>
                </a:lnTo>
                <a:cubicBezTo>
                  <a:pt x="6471" y="9136"/>
                  <a:pt x="6430" y="9121"/>
                  <a:pt x="6390" y="9121"/>
                </a:cubicBezTo>
                <a:cubicBezTo>
                  <a:pt x="6349" y="9121"/>
                  <a:pt x="6311" y="9136"/>
                  <a:pt x="6287" y="9166"/>
                </a:cubicBezTo>
                <a:lnTo>
                  <a:pt x="6168" y="9261"/>
                </a:lnTo>
                <a:lnTo>
                  <a:pt x="6168" y="8166"/>
                </a:lnTo>
                <a:cubicBezTo>
                  <a:pt x="6251" y="8118"/>
                  <a:pt x="6418" y="8058"/>
                  <a:pt x="6608" y="7987"/>
                </a:cubicBezTo>
                <a:close/>
                <a:moveTo>
                  <a:pt x="8273" y="0"/>
                </a:moveTo>
                <a:cubicBezTo>
                  <a:pt x="7438" y="0"/>
                  <a:pt x="6643" y="178"/>
                  <a:pt x="5989" y="486"/>
                </a:cubicBezTo>
                <a:cubicBezTo>
                  <a:pt x="5715" y="367"/>
                  <a:pt x="4858" y="10"/>
                  <a:pt x="3668" y="10"/>
                </a:cubicBezTo>
                <a:cubicBezTo>
                  <a:pt x="2858" y="10"/>
                  <a:pt x="2072" y="176"/>
                  <a:pt x="1322" y="510"/>
                </a:cubicBezTo>
                <a:cubicBezTo>
                  <a:pt x="1143" y="593"/>
                  <a:pt x="1191" y="796"/>
                  <a:pt x="1191" y="843"/>
                </a:cubicBezTo>
                <a:lnTo>
                  <a:pt x="405" y="843"/>
                </a:lnTo>
                <a:cubicBezTo>
                  <a:pt x="179" y="843"/>
                  <a:pt x="0" y="1022"/>
                  <a:pt x="0" y="1248"/>
                </a:cubicBezTo>
                <a:lnTo>
                  <a:pt x="0" y="8535"/>
                </a:lnTo>
                <a:cubicBezTo>
                  <a:pt x="0" y="8761"/>
                  <a:pt x="179" y="8939"/>
                  <a:pt x="405" y="8939"/>
                </a:cubicBezTo>
                <a:lnTo>
                  <a:pt x="5811" y="8939"/>
                </a:lnTo>
                <a:lnTo>
                  <a:pt x="5811" y="9630"/>
                </a:lnTo>
                <a:cubicBezTo>
                  <a:pt x="5811" y="9740"/>
                  <a:pt x="5889" y="9808"/>
                  <a:pt x="5977" y="9808"/>
                </a:cubicBezTo>
                <a:cubicBezTo>
                  <a:pt x="6013" y="9808"/>
                  <a:pt x="6050" y="9797"/>
                  <a:pt x="6084" y="9773"/>
                </a:cubicBezTo>
                <a:lnTo>
                  <a:pt x="6382" y="9535"/>
                </a:lnTo>
                <a:cubicBezTo>
                  <a:pt x="6656" y="9737"/>
                  <a:pt x="6668" y="9809"/>
                  <a:pt x="6787" y="9809"/>
                </a:cubicBezTo>
                <a:cubicBezTo>
                  <a:pt x="6894" y="9809"/>
                  <a:pt x="6966" y="9737"/>
                  <a:pt x="6966" y="9630"/>
                </a:cubicBezTo>
                <a:lnTo>
                  <a:pt x="6966" y="8939"/>
                </a:lnTo>
                <a:lnTo>
                  <a:pt x="9335" y="8939"/>
                </a:lnTo>
                <a:cubicBezTo>
                  <a:pt x="9442" y="8939"/>
                  <a:pt x="9513" y="8856"/>
                  <a:pt x="9513" y="8761"/>
                </a:cubicBezTo>
                <a:cubicBezTo>
                  <a:pt x="9513" y="8654"/>
                  <a:pt x="9442" y="8582"/>
                  <a:pt x="9335" y="8582"/>
                </a:cubicBezTo>
                <a:lnTo>
                  <a:pt x="6966" y="8582"/>
                </a:lnTo>
                <a:lnTo>
                  <a:pt x="6966" y="7892"/>
                </a:lnTo>
                <a:cubicBezTo>
                  <a:pt x="7400" y="7783"/>
                  <a:pt x="7847" y="7728"/>
                  <a:pt x="8295" y="7728"/>
                </a:cubicBezTo>
                <a:cubicBezTo>
                  <a:pt x="9025" y="7728"/>
                  <a:pt x="9760" y="7875"/>
                  <a:pt x="10454" y="8177"/>
                </a:cubicBezTo>
                <a:cubicBezTo>
                  <a:pt x="10483" y="8192"/>
                  <a:pt x="10514" y="8199"/>
                  <a:pt x="10544" y="8199"/>
                </a:cubicBezTo>
                <a:cubicBezTo>
                  <a:pt x="10662" y="8199"/>
                  <a:pt x="10776" y="8096"/>
                  <a:pt x="10776" y="7963"/>
                </a:cubicBezTo>
                <a:lnTo>
                  <a:pt x="10776" y="1177"/>
                </a:lnTo>
                <a:lnTo>
                  <a:pt x="11561" y="1177"/>
                </a:lnTo>
                <a:cubicBezTo>
                  <a:pt x="11597" y="1177"/>
                  <a:pt x="11621" y="1212"/>
                  <a:pt x="11621" y="1236"/>
                </a:cubicBezTo>
                <a:lnTo>
                  <a:pt x="11621" y="8535"/>
                </a:lnTo>
                <a:cubicBezTo>
                  <a:pt x="11621" y="8570"/>
                  <a:pt x="11597" y="8594"/>
                  <a:pt x="11561" y="8594"/>
                </a:cubicBezTo>
                <a:lnTo>
                  <a:pt x="10049" y="8594"/>
                </a:lnTo>
                <a:cubicBezTo>
                  <a:pt x="9942" y="8594"/>
                  <a:pt x="9871" y="8666"/>
                  <a:pt x="9871" y="8773"/>
                </a:cubicBezTo>
                <a:cubicBezTo>
                  <a:pt x="9871" y="8880"/>
                  <a:pt x="9942" y="8951"/>
                  <a:pt x="10049" y="8951"/>
                </a:cubicBezTo>
                <a:lnTo>
                  <a:pt x="11561" y="8951"/>
                </a:lnTo>
                <a:cubicBezTo>
                  <a:pt x="11788" y="8951"/>
                  <a:pt x="11966" y="8773"/>
                  <a:pt x="11966" y="8547"/>
                </a:cubicBezTo>
                <a:lnTo>
                  <a:pt x="11966" y="1236"/>
                </a:lnTo>
                <a:cubicBezTo>
                  <a:pt x="11954" y="998"/>
                  <a:pt x="11776" y="831"/>
                  <a:pt x="11549" y="831"/>
                </a:cubicBezTo>
                <a:lnTo>
                  <a:pt x="10764" y="831"/>
                </a:lnTo>
                <a:cubicBezTo>
                  <a:pt x="10752" y="784"/>
                  <a:pt x="10811" y="581"/>
                  <a:pt x="10633" y="498"/>
                </a:cubicBezTo>
                <a:cubicBezTo>
                  <a:pt x="9864" y="154"/>
                  <a:pt x="9051" y="0"/>
                  <a:pt x="8273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29"/>
          <p:cNvSpPr txBox="1"/>
          <p:nvPr/>
        </p:nvSpPr>
        <p:spPr>
          <a:xfrm>
            <a:off x="457850" y="4539525"/>
            <a:ext cx="4276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*Bayesian Regularization model with back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propagation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2 hidden layers, and Adam optimization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30"/>
          <p:cNvSpPr txBox="1"/>
          <p:nvPr>
            <p:ph type="title"/>
          </p:nvPr>
        </p:nvSpPr>
        <p:spPr>
          <a:xfrm>
            <a:off x="5854625" y="445025"/>
            <a:ext cx="256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 Q1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426" name="Google Shape;142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7875"/>
            <a:ext cx="4741150" cy="2826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7" name="Google Shape;142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2850" y="2317046"/>
            <a:ext cx="4741150" cy="2826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433" name="Google Shape;14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1212550"/>
            <a:ext cx="594360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75" y="429900"/>
            <a:ext cx="4527025" cy="275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9" name="Google Shape;143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2400" y="2152775"/>
            <a:ext cx="4220274" cy="275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SHARE</a:t>
            </a:r>
            <a:endParaRPr/>
          </a:p>
        </p:txBody>
      </p:sp>
      <p:pic>
        <p:nvPicPr>
          <p:cNvPr id="1445" name="Google Shape;14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8550" y="1017725"/>
            <a:ext cx="4125450" cy="3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 Q2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451" name="Google Shape;145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450" y="1182375"/>
            <a:ext cx="6515100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457" name="Google Shape;145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550" y="320700"/>
            <a:ext cx="4004600" cy="215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550" y="2691325"/>
            <a:ext cx="4522025" cy="241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9" name="Google Shape;1459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5950" y="1333664"/>
            <a:ext cx="4668050" cy="2476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 Q3 and Q4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465" name="Google Shape;1465;p36"/>
          <p:cNvSpPr txBox="1"/>
          <p:nvPr/>
        </p:nvSpPr>
        <p:spPr>
          <a:xfrm>
            <a:off x="4250425" y="606300"/>
            <a:ext cx="4441500" cy="3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OLS Regression Results 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Dep. Variable:        noticeValMarket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R-squared:                       0.912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Model:                            OLS 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Adj. R-squared:                  0.912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Method:                 Least Squares 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F-statistic:                 6.450e+05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Date:                Sat, 19 Jul 2025 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Prob (F-statistic):               0.00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Time:                        02:41:47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Log-Likelihood:            -4.8817e+06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No. Observations:              371950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AIC:                         9.763e+06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 Residuals:                  371943 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BIC:                         9.764e+06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 Model:                           6                                        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Covariance Type:            nonrobust     </a:t>
            </a:r>
            <a:endParaRPr/>
          </a:p>
        </p:txBody>
      </p:sp>
      <p:sp>
        <p:nvSpPr>
          <p:cNvPr id="1466" name="Google Shape;1466;p36"/>
          <p:cNvSpPr txBox="1"/>
          <p:nvPr/>
        </p:nvSpPr>
        <p:spPr>
          <a:xfrm>
            <a:off x="477325" y="1441750"/>
            <a:ext cx="3507000" cy="29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Valuation price prediction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XGBoost vs Bayesian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neural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network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Impact of non-structural attributes: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OLS regression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R²: 0.912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ecoGroupGBA: location-based appraisal zones were a significant predictor of notice market value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7"/>
          <p:cNvSpPr txBox="1"/>
          <p:nvPr>
            <p:ph idx="2" type="subTitle"/>
          </p:nvPr>
        </p:nvSpPr>
        <p:spPr>
          <a:xfrm>
            <a:off x="1478099" y="1684050"/>
            <a:ext cx="60813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Highest</a:t>
            </a:r>
            <a:r>
              <a:rPr lang="en"/>
              <a:t> average market value: commercial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Highest avg. value per sq. ft.: residential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Allen: highest YOY growth and projected change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Princeton: highest YOY change in </a:t>
            </a:r>
            <a:r>
              <a:rPr lang="en"/>
              <a:t>commercial</a:t>
            </a:r>
            <a:r>
              <a:rPr lang="en"/>
              <a:t> property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Frisco: Highest YOY </a:t>
            </a:r>
            <a:r>
              <a:rPr lang="en"/>
              <a:t>change</a:t>
            </a:r>
            <a:r>
              <a:rPr lang="en"/>
              <a:t> in land and residential property</a:t>
            </a:r>
            <a:endParaRPr/>
          </a:p>
        </p:txBody>
      </p:sp>
      <p:sp>
        <p:nvSpPr>
          <p:cNvPr id="1472" name="Google Shape;1472;p37"/>
          <p:cNvSpPr txBox="1"/>
          <p:nvPr>
            <p:ph idx="4" type="subTitle"/>
          </p:nvPr>
        </p:nvSpPr>
        <p:spPr>
          <a:xfrm>
            <a:off x="1478099" y="3284100"/>
            <a:ext cx="5672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Location-based </a:t>
            </a:r>
            <a:r>
              <a:rPr lang="en"/>
              <a:t>appraisal</a:t>
            </a:r>
            <a:r>
              <a:rPr lang="en"/>
              <a:t> zones, spatial dependence confirmed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Residential properties have high </a:t>
            </a:r>
            <a:r>
              <a:rPr lang="en"/>
              <a:t>efficiency</a:t>
            </a:r>
            <a:r>
              <a:rPr lang="en"/>
              <a:t> and </a:t>
            </a:r>
            <a:r>
              <a:rPr lang="en"/>
              <a:t>commercial</a:t>
            </a:r>
            <a:r>
              <a:rPr lang="en"/>
              <a:t> properties have a </a:t>
            </a:r>
            <a:r>
              <a:rPr lang="en"/>
              <a:t>higher</a:t>
            </a:r>
            <a:r>
              <a:rPr lang="en"/>
              <a:t> per-square-foot value</a:t>
            </a:r>
            <a:endParaRPr/>
          </a:p>
        </p:txBody>
      </p:sp>
      <p:sp>
        <p:nvSpPr>
          <p:cNvPr id="1473" name="Google Shape;1473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474" name="Google Shape;1474;p37"/>
          <p:cNvSpPr txBox="1"/>
          <p:nvPr>
            <p:ph idx="1" type="subTitle"/>
          </p:nvPr>
        </p:nvSpPr>
        <p:spPr>
          <a:xfrm>
            <a:off x="1478100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dynamics, RQ 1&amp;2</a:t>
            </a:r>
            <a:endParaRPr/>
          </a:p>
        </p:txBody>
      </p:sp>
      <p:sp>
        <p:nvSpPr>
          <p:cNvPr id="1475" name="Google Shape;1475;p37"/>
          <p:cNvSpPr txBox="1"/>
          <p:nvPr>
            <p:ph idx="6" type="subTitle"/>
          </p:nvPr>
        </p:nvSpPr>
        <p:spPr>
          <a:xfrm>
            <a:off x="1478100" y="2851425"/>
            <a:ext cx="46494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Non-structural attributes, RQ 3&amp;4</a:t>
            </a:r>
            <a:endParaRPr/>
          </a:p>
        </p:txBody>
      </p:sp>
      <p:sp>
        <p:nvSpPr>
          <p:cNvPr id="1476" name="Google Shape;1476;p37"/>
          <p:cNvSpPr/>
          <p:nvPr/>
        </p:nvSpPr>
        <p:spPr>
          <a:xfrm>
            <a:off x="7200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37"/>
          <p:cNvSpPr/>
          <p:nvPr/>
        </p:nvSpPr>
        <p:spPr>
          <a:xfrm>
            <a:off x="720000" y="30318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8" name="Google Shape;1478;p37"/>
          <p:cNvGrpSpPr/>
          <p:nvPr/>
        </p:nvGrpSpPr>
        <p:grpSpPr>
          <a:xfrm>
            <a:off x="871895" y="3202552"/>
            <a:ext cx="378111" cy="340449"/>
            <a:chOff x="4018525" y="3217325"/>
            <a:chExt cx="348875" cy="314125"/>
          </a:xfrm>
        </p:grpSpPr>
        <p:sp>
          <p:nvSpPr>
            <p:cNvPr id="1479" name="Google Shape;1479;p37"/>
            <p:cNvSpPr/>
            <p:nvPr/>
          </p:nvSpPr>
          <p:spPr>
            <a:xfrm>
              <a:off x="4078900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274" y="0"/>
                  </a:moveTo>
                  <a:cubicBezTo>
                    <a:pt x="254" y="0"/>
                    <a:pt x="234" y="3"/>
                    <a:pt x="214" y="8"/>
                  </a:cubicBezTo>
                  <a:cubicBezTo>
                    <a:pt x="82" y="8"/>
                    <a:pt x="0" y="140"/>
                    <a:pt x="0" y="312"/>
                  </a:cubicBezTo>
                  <a:lnTo>
                    <a:pt x="0" y="1276"/>
                  </a:lnTo>
                  <a:cubicBezTo>
                    <a:pt x="0" y="1408"/>
                    <a:pt x="82" y="1530"/>
                    <a:pt x="214" y="1581"/>
                  </a:cubicBezTo>
                  <a:cubicBezTo>
                    <a:pt x="376" y="1581"/>
                    <a:pt x="548" y="1449"/>
                    <a:pt x="548" y="1276"/>
                  </a:cubicBezTo>
                  <a:lnTo>
                    <a:pt x="548" y="262"/>
                  </a:lnTo>
                  <a:cubicBezTo>
                    <a:pt x="548" y="119"/>
                    <a:pt x="416" y="0"/>
                    <a:pt x="274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7"/>
            <p:cNvSpPr/>
            <p:nvPr/>
          </p:nvSpPr>
          <p:spPr>
            <a:xfrm>
              <a:off x="4108575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313" y="0"/>
                  </a:moveTo>
                  <a:cubicBezTo>
                    <a:pt x="294" y="0"/>
                    <a:pt x="275" y="3"/>
                    <a:pt x="254" y="8"/>
                  </a:cubicBezTo>
                  <a:cubicBezTo>
                    <a:pt x="123" y="8"/>
                    <a:pt x="1" y="140"/>
                    <a:pt x="1" y="312"/>
                  </a:cubicBezTo>
                  <a:lnTo>
                    <a:pt x="1" y="1276"/>
                  </a:lnTo>
                  <a:cubicBezTo>
                    <a:pt x="1" y="1408"/>
                    <a:pt x="123" y="1530"/>
                    <a:pt x="254" y="1581"/>
                  </a:cubicBezTo>
                  <a:cubicBezTo>
                    <a:pt x="417" y="1581"/>
                    <a:pt x="549" y="1449"/>
                    <a:pt x="549" y="1276"/>
                  </a:cubicBezTo>
                  <a:lnTo>
                    <a:pt x="549" y="262"/>
                  </a:lnTo>
                  <a:cubicBezTo>
                    <a:pt x="549" y="119"/>
                    <a:pt x="448" y="0"/>
                    <a:pt x="313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7"/>
            <p:cNvSpPr/>
            <p:nvPr/>
          </p:nvSpPr>
          <p:spPr>
            <a:xfrm>
              <a:off x="4093625" y="3399600"/>
              <a:ext cx="13725" cy="13375"/>
            </a:xfrm>
            <a:custGeom>
              <a:rect b="b" l="l" r="r" t="t"/>
              <a:pathLst>
                <a:path extrusionOk="0" h="535" w="549">
                  <a:moveTo>
                    <a:pt x="291" y="0"/>
                  </a:moveTo>
                  <a:cubicBezTo>
                    <a:pt x="218" y="0"/>
                    <a:pt x="139" y="20"/>
                    <a:pt x="91" y="67"/>
                  </a:cubicBezTo>
                  <a:cubicBezTo>
                    <a:pt x="0" y="108"/>
                    <a:pt x="0" y="240"/>
                    <a:pt x="0" y="362"/>
                  </a:cubicBezTo>
                  <a:cubicBezTo>
                    <a:pt x="41" y="453"/>
                    <a:pt x="173" y="534"/>
                    <a:pt x="294" y="534"/>
                  </a:cubicBezTo>
                  <a:cubicBezTo>
                    <a:pt x="426" y="534"/>
                    <a:pt x="507" y="453"/>
                    <a:pt x="548" y="321"/>
                  </a:cubicBezTo>
                  <a:cubicBezTo>
                    <a:pt x="548" y="199"/>
                    <a:pt x="507" y="67"/>
                    <a:pt x="426" y="27"/>
                  </a:cubicBezTo>
                  <a:cubicBezTo>
                    <a:pt x="393" y="10"/>
                    <a:pt x="343" y="0"/>
                    <a:pt x="291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7"/>
            <p:cNvSpPr/>
            <p:nvPr/>
          </p:nvSpPr>
          <p:spPr>
            <a:xfrm>
              <a:off x="4018525" y="3217325"/>
              <a:ext cx="290775" cy="314125"/>
            </a:xfrm>
            <a:custGeom>
              <a:rect b="b" l="l" r="r" t="t"/>
              <a:pathLst>
                <a:path extrusionOk="0" h="12565" w="11631">
                  <a:moveTo>
                    <a:pt x="10321" y="3553"/>
                  </a:moveTo>
                  <a:cubicBezTo>
                    <a:pt x="10747" y="3593"/>
                    <a:pt x="11082" y="3979"/>
                    <a:pt x="11082" y="4395"/>
                  </a:cubicBezTo>
                  <a:cubicBezTo>
                    <a:pt x="11082" y="4821"/>
                    <a:pt x="10747" y="5207"/>
                    <a:pt x="10321" y="5247"/>
                  </a:cubicBezTo>
                  <a:lnTo>
                    <a:pt x="10321" y="3553"/>
                  </a:lnTo>
                  <a:close/>
                  <a:moveTo>
                    <a:pt x="1319" y="3340"/>
                  </a:moveTo>
                  <a:lnTo>
                    <a:pt x="1319" y="5461"/>
                  </a:lnTo>
                  <a:lnTo>
                    <a:pt x="558" y="5461"/>
                  </a:lnTo>
                  <a:lnTo>
                    <a:pt x="558" y="3340"/>
                  </a:lnTo>
                  <a:close/>
                  <a:moveTo>
                    <a:pt x="4699" y="2792"/>
                  </a:moveTo>
                  <a:lnTo>
                    <a:pt x="4699" y="6049"/>
                  </a:lnTo>
                  <a:lnTo>
                    <a:pt x="1867" y="6049"/>
                  </a:lnTo>
                  <a:lnTo>
                    <a:pt x="1867" y="2792"/>
                  </a:lnTo>
                  <a:close/>
                  <a:moveTo>
                    <a:pt x="8373" y="1097"/>
                  </a:moveTo>
                  <a:lnTo>
                    <a:pt x="8373" y="7693"/>
                  </a:lnTo>
                  <a:lnTo>
                    <a:pt x="5247" y="5664"/>
                  </a:lnTo>
                  <a:lnTo>
                    <a:pt x="5247" y="3177"/>
                  </a:lnTo>
                  <a:lnTo>
                    <a:pt x="8373" y="1097"/>
                  </a:lnTo>
                  <a:close/>
                  <a:moveTo>
                    <a:pt x="9773" y="549"/>
                  </a:moveTo>
                  <a:lnTo>
                    <a:pt x="9773" y="8292"/>
                  </a:lnTo>
                  <a:lnTo>
                    <a:pt x="8931" y="8292"/>
                  </a:lnTo>
                  <a:lnTo>
                    <a:pt x="8931" y="549"/>
                  </a:lnTo>
                  <a:close/>
                  <a:moveTo>
                    <a:pt x="5247" y="8373"/>
                  </a:moveTo>
                  <a:lnTo>
                    <a:pt x="5247" y="9053"/>
                  </a:lnTo>
                  <a:lnTo>
                    <a:pt x="4658" y="9053"/>
                  </a:lnTo>
                  <a:lnTo>
                    <a:pt x="4658" y="8373"/>
                  </a:lnTo>
                  <a:close/>
                  <a:moveTo>
                    <a:pt x="4151" y="6597"/>
                  </a:moveTo>
                  <a:lnTo>
                    <a:pt x="4151" y="10991"/>
                  </a:lnTo>
                  <a:cubicBezTo>
                    <a:pt x="4151" y="11418"/>
                    <a:pt x="3897" y="11753"/>
                    <a:pt x="3552" y="11925"/>
                  </a:cubicBezTo>
                  <a:lnTo>
                    <a:pt x="3552" y="8799"/>
                  </a:lnTo>
                  <a:cubicBezTo>
                    <a:pt x="3552" y="8667"/>
                    <a:pt x="3471" y="8546"/>
                    <a:pt x="3349" y="8505"/>
                  </a:cubicBezTo>
                  <a:cubicBezTo>
                    <a:pt x="3177" y="8505"/>
                    <a:pt x="3004" y="8627"/>
                    <a:pt x="3004" y="8799"/>
                  </a:cubicBezTo>
                  <a:lnTo>
                    <a:pt x="3004" y="12006"/>
                  </a:lnTo>
                  <a:lnTo>
                    <a:pt x="2415" y="12006"/>
                  </a:lnTo>
                  <a:lnTo>
                    <a:pt x="2415" y="6597"/>
                  </a:lnTo>
                  <a:close/>
                  <a:moveTo>
                    <a:pt x="8626" y="1"/>
                  </a:moveTo>
                  <a:cubicBezTo>
                    <a:pt x="8504" y="1"/>
                    <a:pt x="8373" y="133"/>
                    <a:pt x="8373" y="254"/>
                  </a:cubicBezTo>
                  <a:lnTo>
                    <a:pt x="8373" y="468"/>
                  </a:lnTo>
                  <a:lnTo>
                    <a:pt x="5247" y="2497"/>
                  </a:lnTo>
                  <a:cubicBezTo>
                    <a:pt x="5206" y="2365"/>
                    <a:pt x="5125" y="2244"/>
                    <a:pt x="4953" y="2244"/>
                  </a:cubicBezTo>
                  <a:lnTo>
                    <a:pt x="1614" y="2244"/>
                  </a:lnTo>
                  <a:cubicBezTo>
                    <a:pt x="1441" y="2244"/>
                    <a:pt x="1319" y="2365"/>
                    <a:pt x="1319" y="2538"/>
                  </a:cubicBezTo>
                  <a:lnTo>
                    <a:pt x="1319" y="2792"/>
                  </a:lnTo>
                  <a:lnTo>
                    <a:pt x="305" y="2792"/>
                  </a:lnTo>
                  <a:cubicBezTo>
                    <a:pt x="132" y="2792"/>
                    <a:pt x="0" y="2924"/>
                    <a:pt x="0" y="3086"/>
                  </a:cubicBezTo>
                  <a:lnTo>
                    <a:pt x="0" y="5755"/>
                  </a:lnTo>
                  <a:cubicBezTo>
                    <a:pt x="0" y="5877"/>
                    <a:pt x="132" y="6009"/>
                    <a:pt x="305" y="6009"/>
                  </a:cubicBezTo>
                  <a:lnTo>
                    <a:pt x="1319" y="6009"/>
                  </a:lnTo>
                  <a:lnTo>
                    <a:pt x="1319" y="6303"/>
                  </a:lnTo>
                  <a:cubicBezTo>
                    <a:pt x="1319" y="6475"/>
                    <a:pt x="1441" y="6597"/>
                    <a:pt x="1614" y="6597"/>
                  </a:cubicBezTo>
                  <a:lnTo>
                    <a:pt x="1867" y="6597"/>
                  </a:lnTo>
                  <a:lnTo>
                    <a:pt x="1867" y="12260"/>
                  </a:lnTo>
                  <a:cubicBezTo>
                    <a:pt x="1867" y="12433"/>
                    <a:pt x="1989" y="12564"/>
                    <a:pt x="2162" y="12564"/>
                  </a:cubicBezTo>
                  <a:lnTo>
                    <a:pt x="3136" y="12564"/>
                  </a:lnTo>
                  <a:cubicBezTo>
                    <a:pt x="3978" y="12564"/>
                    <a:pt x="4658" y="11844"/>
                    <a:pt x="4658" y="10991"/>
                  </a:cubicBezTo>
                  <a:lnTo>
                    <a:pt x="4658" y="9642"/>
                  </a:lnTo>
                  <a:lnTo>
                    <a:pt x="5501" y="9642"/>
                  </a:lnTo>
                  <a:cubicBezTo>
                    <a:pt x="5673" y="9642"/>
                    <a:pt x="5795" y="9520"/>
                    <a:pt x="5795" y="9347"/>
                  </a:cubicBezTo>
                  <a:lnTo>
                    <a:pt x="5795" y="8079"/>
                  </a:lnTo>
                  <a:cubicBezTo>
                    <a:pt x="5795" y="7947"/>
                    <a:pt x="5673" y="7825"/>
                    <a:pt x="5501" y="7825"/>
                  </a:cubicBezTo>
                  <a:lnTo>
                    <a:pt x="4658" y="7825"/>
                  </a:lnTo>
                  <a:lnTo>
                    <a:pt x="4658" y="6557"/>
                  </a:lnTo>
                  <a:lnTo>
                    <a:pt x="4953" y="6557"/>
                  </a:lnTo>
                  <a:cubicBezTo>
                    <a:pt x="5074" y="6557"/>
                    <a:pt x="5206" y="6425"/>
                    <a:pt x="5206" y="6303"/>
                  </a:cubicBezTo>
                  <a:lnTo>
                    <a:pt x="8373" y="8373"/>
                  </a:lnTo>
                  <a:lnTo>
                    <a:pt x="8373" y="8546"/>
                  </a:lnTo>
                  <a:cubicBezTo>
                    <a:pt x="8373" y="8708"/>
                    <a:pt x="8504" y="8799"/>
                    <a:pt x="8626" y="8799"/>
                  </a:cubicBezTo>
                  <a:lnTo>
                    <a:pt x="10067" y="8799"/>
                  </a:lnTo>
                  <a:cubicBezTo>
                    <a:pt x="10199" y="8799"/>
                    <a:pt x="10321" y="8708"/>
                    <a:pt x="10321" y="8546"/>
                  </a:cubicBezTo>
                  <a:lnTo>
                    <a:pt x="10321" y="5795"/>
                  </a:lnTo>
                  <a:cubicBezTo>
                    <a:pt x="11042" y="5714"/>
                    <a:pt x="11630" y="5116"/>
                    <a:pt x="11630" y="4354"/>
                  </a:cubicBezTo>
                  <a:cubicBezTo>
                    <a:pt x="11630" y="3634"/>
                    <a:pt x="11042" y="3045"/>
                    <a:pt x="10321" y="2964"/>
                  </a:cubicBezTo>
                  <a:lnTo>
                    <a:pt x="10321" y="254"/>
                  </a:lnTo>
                  <a:cubicBezTo>
                    <a:pt x="10321" y="133"/>
                    <a:pt x="10199" y="1"/>
                    <a:pt x="1006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7"/>
            <p:cNvSpPr/>
            <p:nvPr/>
          </p:nvSpPr>
          <p:spPr>
            <a:xfrm>
              <a:off x="4333625" y="3273900"/>
              <a:ext cx="33775" cy="107350"/>
            </a:xfrm>
            <a:custGeom>
              <a:rect b="b" l="l" r="r" t="t"/>
              <a:pathLst>
                <a:path extrusionOk="0" h="4294" w="1351">
                  <a:moveTo>
                    <a:pt x="305" y="1"/>
                  </a:moveTo>
                  <a:cubicBezTo>
                    <a:pt x="236" y="1"/>
                    <a:pt x="173" y="21"/>
                    <a:pt x="132" y="62"/>
                  </a:cubicBezTo>
                  <a:cubicBezTo>
                    <a:pt x="0" y="194"/>
                    <a:pt x="0" y="356"/>
                    <a:pt x="132" y="447"/>
                  </a:cubicBezTo>
                  <a:cubicBezTo>
                    <a:pt x="548" y="914"/>
                    <a:pt x="802" y="1503"/>
                    <a:pt x="802" y="2132"/>
                  </a:cubicBezTo>
                  <a:cubicBezTo>
                    <a:pt x="802" y="2771"/>
                    <a:pt x="548" y="3360"/>
                    <a:pt x="132" y="3827"/>
                  </a:cubicBezTo>
                  <a:cubicBezTo>
                    <a:pt x="0" y="3908"/>
                    <a:pt x="0" y="4081"/>
                    <a:pt x="132" y="4212"/>
                  </a:cubicBezTo>
                  <a:cubicBezTo>
                    <a:pt x="173" y="4253"/>
                    <a:pt x="254" y="4294"/>
                    <a:pt x="295" y="4294"/>
                  </a:cubicBezTo>
                  <a:cubicBezTo>
                    <a:pt x="386" y="4294"/>
                    <a:pt x="467" y="4253"/>
                    <a:pt x="508" y="4212"/>
                  </a:cubicBezTo>
                  <a:cubicBezTo>
                    <a:pt x="1056" y="3654"/>
                    <a:pt x="1350" y="2944"/>
                    <a:pt x="1350" y="2132"/>
                  </a:cubicBezTo>
                  <a:cubicBezTo>
                    <a:pt x="1350" y="1330"/>
                    <a:pt x="1056" y="610"/>
                    <a:pt x="508" y="62"/>
                  </a:cubicBezTo>
                  <a:cubicBezTo>
                    <a:pt x="447" y="21"/>
                    <a:pt x="373" y="1"/>
                    <a:pt x="30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4315600" y="3292175"/>
              <a:ext cx="25400" cy="70050"/>
            </a:xfrm>
            <a:custGeom>
              <a:rect b="b" l="l" r="r" t="t"/>
              <a:pathLst>
                <a:path extrusionOk="0" h="2802" w="1016">
                  <a:moveTo>
                    <a:pt x="295" y="1"/>
                  </a:moveTo>
                  <a:cubicBezTo>
                    <a:pt x="227" y="1"/>
                    <a:pt x="153" y="31"/>
                    <a:pt x="92" y="92"/>
                  </a:cubicBezTo>
                  <a:cubicBezTo>
                    <a:pt x="1" y="183"/>
                    <a:pt x="1" y="346"/>
                    <a:pt x="92" y="478"/>
                  </a:cubicBezTo>
                  <a:cubicBezTo>
                    <a:pt x="346" y="731"/>
                    <a:pt x="468" y="1066"/>
                    <a:pt x="468" y="1401"/>
                  </a:cubicBezTo>
                  <a:cubicBezTo>
                    <a:pt x="468" y="1746"/>
                    <a:pt x="346" y="2081"/>
                    <a:pt x="92" y="2335"/>
                  </a:cubicBezTo>
                  <a:cubicBezTo>
                    <a:pt x="1" y="2467"/>
                    <a:pt x="1" y="2629"/>
                    <a:pt x="92" y="2720"/>
                  </a:cubicBezTo>
                  <a:cubicBezTo>
                    <a:pt x="133" y="2801"/>
                    <a:pt x="214" y="2801"/>
                    <a:pt x="295" y="2801"/>
                  </a:cubicBezTo>
                  <a:cubicBezTo>
                    <a:pt x="346" y="2801"/>
                    <a:pt x="427" y="2801"/>
                    <a:pt x="468" y="2720"/>
                  </a:cubicBezTo>
                  <a:cubicBezTo>
                    <a:pt x="853" y="2375"/>
                    <a:pt x="1016" y="1908"/>
                    <a:pt x="1016" y="1401"/>
                  </a:cubicBezTo>
                  <a:cubicBezTo>
                    <a:pt x="1016" y="894"/>
                    <a:pt x="853" y="437"/>
                    <a:pt x="468" y="92"/>
                  </a:cubicBezTo>
                  <a:cubicBezTo>
                    <a:pt x="427" y="31"/>
                    <a:pt x="364" y="1"/>
                    <a:pt x="29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5" name="Google Shape;1485;p37"/>
          <p:cNvGrpSpPr/>
          <p:nvPr/>
        </p:nvGrpSpPr>
        <p:grpSpPr>
          <a:xfrm>
            <a:off x="868454" y="1619593"/>
            <a:ext cx="384993" cy="353915"/>
            <a:chOff x="1002650" y="3766100"/>
            <a:chExt cx="355225" cy="326550"/>
          </a:xfrm>
        </p:grpSpPr>
        <p:sp>
          <p:nvSpPr>
            <p:cNvPr id="1486" name="Google Shape;1486;p37"/>
            <p:cNvSpPr/>
            <p:nvPr/>
          </p:nvSpPr>
          <p:spPr>
            <a:xfrm>
              <a:off x="1288075" y="4033350"/>
              <a:ext cx="15750" cy="13900"/>
            </a:xfrm>
            <a:custGeom>
              <a:rect b="b" l="l" r="r" t="t"/>
              <a:pathLst>
                <a:path extrusionOk="0" h="556" w="630">
                  <a:moveTo>
                    <a:pt x="337" y="1"/>
                  </a:moveTo>
                  <a:cubicBezTo>
                    <a:pt x="271" y="1"/>
                    <a:pt x="198" y="24"/>
                    <a:pt x="122" y="48"/>
                  </a:cubicBezTo>
                  <a:cubicBezTo>
                    <a:pt x="41" y="129"/>
                    <a:pt x="0" y="261"/>
                    <a:pt x="41" y="383"/>
                  </a:cubicBezTo>
                  <a:cubicBezTo>
                    <a:pt x="82" y="474"/>
                    <a:pt x="214" y="555"/>
                    <a:pt x="335" y="555"/>
                  </a:cubicBezTo>
                  <a:cubicBezTo>
                    <a:pt x="467" y="555"/>
                    <a:pt x="548" y="474"/>
                    <a:pt x="589" y="342"/>
                  </a:cubicBezTo>
                  <a:cubicBezTo>
                    <a:pt x="630" y="220"/>
                    <a:pt x="548" y="88"/>
                    <a:pt x="467" y="48"/>
                  </a:cubicBezTo>
                  <a:cubicBezTo>
                    <a:pt x="429" y="13"/>
                    <a:pt x="385" y="1"/>
                    <a:pt x="33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1002650" y="3766100"/>
              <a:ext cx="355225" cy="326550"/>
            </a:xfrm>
            <a:custGeom>
              <a:rect b="b" l="l" r="r" t="t"/>
              <a:pathLst>
                <a:path extrusionOk="0" h="13062" w="14209">
                  <a:moveTo>
                    <a:pt x="12260" y="2792"/>
                  </a:moveTo>
                  <a:cubicBezTo>
                    <a:pt x="12432" y="2792"/>
                    <a:pt x="12554" y="2954"/>
                    <a:pt x="12554" y="3126"/>
                  </a:cubicBezTo>
                  <a:lnTo>
                    <a:pt x="12554" y="3847"/>
                  </a:lnTo>
                  <a:lnTo>
                    <a:pt x="1644" y="3847"/>
                  </a:lnTo>
                  <a:lnTo>
                    <a:pt x="1644" y="3126"/>
                  </a:lnTo>
                  <a:cubicBezTo>
                    <a:pt x="1644" y="2954"/>
                    <a:pt x="1817" y="2792"/>
                    <a:pt x="1949" y="2792"/>
                  </a:cubicBezTo>
                  <a:close/>
                  <a:moveTo>
                    <a:pt x="4141" y="549"/>
                  </a:moveTo>
                  <a:cubicBezTo>
                    <a:pt x="4313" y="549"/>
                    <a:pt x="4486" y="630"/>
                    <a:pt x="4608" y="762"/>
                  </a:cubicBezTo>
                  <a:lnTo>
                    <a:pt x="4993" y="1310"/>
                  </a:lnTo>
                  <a:cubicBezTo>
                    <a:pt x="5034" y="1391"/>
                    <a:pt x="5115" y="1432"/>
                    <a:pt x="5196" y="1432"/>
                  </a:cubicBezTo>
                  <a:lnTo>
                    <a:pt x="12767" y="1432"/>
                  </a:lnTo>
                  <a:cubicBezTo>
                    <a:pt x="13234" y="1432"/>
                    <a:pt x="13660" y="1858"/>
                    <a:pt x="13660" y="2365"/>
                  </a:cubicBezTo>
                  <a:lnTo>
                    <a:pt x="13660" y="3928"/>
                  </a:lnTo>
                  <a:cubicBezTo>
                    <a:pt x="13528" y="3888"/>
                    <a:pt x="13366" y="3847"/>
                    <a:pt x="13193" y="3847"/>
                  </a:cubicBezTo>
                  <a:lnTo>
                    <a:pt x="13112" y="3847"/>
                  </a:lnTo>
                  <a:lnTo>
                    <a:pt x="13112" y="3126"/>
                  </a:lnTo>
                  <a:cubicBezTo>
                    <a:pt x="13112" y="2619"/>
                    <a:pt x="12727" y="2233"/>
                    <a:pt x="12260" y="2233"/>
                  </a:cubicBezTo>
                  <a:lnTo>
                    <a:pt x="1949" y="2233"/>
                  </a:lnTo>
                  <a:cubicBezTo>
                    <a:pt x="1482" y="2233"/>
                    <a:pt x="1096" y="2619"/>
                    <a:pt x="1096" y="3126"/>
                  </a:cubicBezTo>
                  <a:lnTo>
                    <a:pt x="1096" y="3847"/>
                  </a:lnTo>
                  <a:lnTo>
                    <a:pt x="1015" y="3847"/>
                  </a:lnTo>
                  <a:cubicBezTo>
                    <a:pt x="843" y="3847"/>
                    <a:pt x="680" y="3888"/>
                    <a:pt x="548" y="3928"/>
                  </a:cubicBezTo>
                  <a:lnTo>
                    <a:pt x="548" y="1432"/>
                  </a:lnTo>
                  <a:cubicBezTo>
                    <a:pt x="548" y="924"/>
                    <a:pt x="975" y="549"/>
                    <a:pt x="1441" y="549"/>
                  </a:cubicBezTo>
                  <a:close/>
                  <a:moveTo>
                    <a:pt x="13193" y="4395"/>
                  </a:moveTo>
                  <a:cubicBezTo>
                    <a:pt x="13447" y="4395"/>
                    <a:pt x="13660" y="4608"/>
                    <a:pt x="13660" y="4862"/>
                  </a:cubicBezTo>
                  <a:lnTo>
                    <a:pt x="13660" y="11874"/>
                  </a:lnTo>
                  <a:cubicBezTo>
                    <a:pt x="13660" y="12219"/>
                    <a:pt x="13366" y="12514"/>
                    <a:pt x="13021" y="12514"/>
                  </a:cubicBezTo>
                  <a:lnTo>
                    <a:pt x="1188" y="12514"/>
                  </a:lnTo>
                  <a:cubicBezTo>
                    <a:pt x="843" y="12514"/>
                    <a:pt x="548" y="12219"/>
                    <a:pt x="548" y="11874"/>
                  </a:cubicBezTo>
                  <a:lnTo>
                    <a:pt x="548" y="4862"/>
                  </a:lnTo>
                  <a:cubicBezTo>
                    <a:pt x="548" y="4608"/>
                    <a:pt x="762" y="4395"/>
                    <a:pt x="1015" y="4395"/>
                  </a:cubicBezTo>
                  <a:close/>
                  <a:moveTo>
                    <a:pt x="1441" y="1"/>
                  </a:moveTo>
                  <a:cubicBezTo>
                    <a:pt x="630" y="1"/>
                    <a:pt x="0" y="630"/>
                    <a:pt x="0" y="1432"/>
                  </a:cubicBezTo>
                  <a:lnTo>
                    <a:pt x="0" y="11874"/>
                  </a:lnTo>
                  <a:cubicBezTo>
                    <a:pt x="0" y="12514"/>
                    <a:pt x="508" y="13062"/>
                    <a:pt x="1188" y="13062"/>
                  </a:cubicBezTo>
                  <a:lnTo>
                    <a:pt x="13021" y="13062"/>
                  </a:lnTo>
                  <a:cubicBezTo>
                    <a:pt x="13701" y="13062"/>
                    <a:pt x="14208" y="12514"/>
                    <a:pt x="14208" y="11874"/>
                  </a:cubicBezTo>
                  <a:lnTo>
                    <a:pt x="14208" y="2365"/>
                  </a:lnTo>
                  <a:cubicBezTo>
                    <a:pt x="14208" y="1564"/>
                    <a:pt x="13569" y="884"/>
                    <a:pt x="12767" y="884"/>
                  </a:cubicBezTo>
                  <a:lnTo>
                    <a:pt x="5410" y="884"/>
                  </a:lnTo>
                  <a:lnTo>
                    <a:pt x="5115" y="457"/>
                  </a:lnTo>
                  <a:cubicBezTo>
                    <a:pt x="4902" y="163"/>
                    <a:pt x="4567" y="1"/>
                    <a:pt x="4232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7"/>
            <p:cNvSpPr/>
            <p:nvPr/>
          </p:nvSpPr>
          <p:spPr>
            <a:xfrm>
              <a:off x="1042725" y="3894475"/>
              <a:ext cx="229400" cy="152775"/>
            </a:xfrm>
            <a:custGeom>
              <a:rect b="b" l="l" r="r" t="t"/>
              <a:pathLst>
                <a:path extrusionOk="0" h="6111" w="9176">
                  <a:moveTo>
                    <a:pt x="5501" y="701"/>
                  </a:moveTo>
                  <a:lnTo>
                    <a:pt x="7531" y="2680"/>
                  </a:lnTo>
                  <a:lnTo>
                    <a:pt x="3472" y="2680"/>
                  </a:lnTo>
                  <a:lnTo>
                    <a:pt x="5501" y="701"/>
                  </a:lnTo>
                  <a:close/>
                  <a:moveTo>
                    <a:pt x="5928" y="4628"/>
                  </a:moveTo>
                  <a:lnTo>
                    <a:pt x="5928" y="5562"/>
                  </a:lnTo>
                  <a:lnTo>
                    <a:pt x="5075" y="5562"/>
                  </a:lnTo>
                  <a:lnTo>
                    <a:pt x="5075" y="4628"/>
                  </a:lnTo>
                  <a:close/>
                  <a:moveTo>
                    <a:pt x="7358" y="3238"/>
                  </a:moveTo>
                  <a:lnTo>
                    <a:pt x="7358" y="5562"/>
                  </a:lnTo>
                  <a:lnTo>
                    <a:pt x="6476" y="5562"/>
                  </a:lnTo>
                  <a:lnTo>
                    <a:pt x="6476" y="4375"/>
                  </a:lnTo>
                  <a:cubicBezTo>
                    <a:pt x="6476" y="4202"/>
                    <a:pt x="6344" y="4080"/>
                    <a:pt x="6181" y="4080"/>
                  </a:cubicBezTo>
                  <a:lnTo>
                    <a:pt x="4821" y="4080"/>
                  </a:lnTo>
                  <a:cubicBezTo>
                    <a:pt x="4659" y="4080"/>
                    <a:pt x="4527" y="4202"/>
                    <a:pt x="4527" y="4375"/>
                  </a:cubicBezTo>
                  <a:lnTo>
                    <a:pt x="4527" y="5562"/>
                  </a:lnTo>
                  <a:lnTo>
                    <a:pt x="3644" y="5562"/>
                  </a:lnTo>
                  <a:lnTo>
                    <a:pt x="3644" y="3238"/>
                  </a:lnTo>
                  <a:close/>
                  <a:moveTo>
                    <a:pt x="5501" y="1"/>
                  </a:moveTo>
                  <a:cubicBezTo>
                    <a:pt x="5428" y="1"/>
                    <a:pt x="5354" y="21"/>
                    <a:pt x="5288" y="62"/>
                  </a:cubicBezTo>
                  <a:lnTo>
                    <a:pt x="2579" y="2771"/>
                  </a:lnTo>
                  <a:cubicBezTo>
                    <a:pt x="2457" y="2853"/>
                    <a:pt x="2457" y="3025"/>
                    <a:pt x="2538" y="3147"/>
                  </a:cubicBezTo>
                  <a:cubicBezTo>
                    <a:pt x="2629" y="3187"/>
                    <a:pt x="2710" y="3238"/>
                    <a:pt x="2792" y="3238"/>
                  </a:cubicBezTo>
                  <a:lnTo>
                    <a:pt x="3086" y="3238"/>
                  </a:lnTo>
                  <a:lnTo>
                    <a:pt x="3086" y="5562"/>
                  </a:lnTo>
                  <a:lnTo>
                    <a:pt x="346" y="5562"/>
                  </a:lnTo>
                  <a:cubicBezTo>
                    <a:pt x="173" y="5562"/>
                    <a:pt x="41" y="5643"/>
                    <a:pt x="41" y="5816"/>
                  </a:cubicBezTo>
                  <a:cubicBezTo>
                    <a:pt x="1" y="5978"/>
                    <a:pt x="133" y="6110"/>
                    <a:pt x="295" y="6110"/>
                  </a:cubicBezTo>
                  <a:lnTo>
                    <a:pt x="8881" y="6110"/>
                  </a:lnTo>
                  <a:cubicBezTo>
                    <a:pt x="9013" y="6110"/>
                    <a:pt x="9134" y="6029"/>
                    <a:pt x="9134" y="5897"/>
                  </a:cubicBezTo>
                  <a:cubicBezTo>
                    <a:pt x="9175" y="5684"/>
                    <a:pt x="9053" y="5562"/>
                    <a:pt x="8881" y="5562"/>
                  </a:cubicBezTo>
                  <a:lnTo>
                    <a:pt x="7907" y="5562"/>
                  </a:lnTo>
                  <a:lnTo>
                    <a:pt x="7907" y="3238"/>
                  </a:lnTo>
                  <a:lnTo>
                    <a:pt x="8211" y="3238"/>
                  </a:lnTo>
                  <a:cubicBezTo>
                    <a:pt x="8292" y="3238"/>
                    <a:pt x="8373" y="3187"/>
                    <a:pt x="8465" y="3147"/>
                  </a:cubicBezTo>
                  <a:cubicBezTo>
                    <a:pt x="8546" y="3025"/>
                    <a:pt x="8546" y="2853"/>
                    <a:pt x="8414" y="2771"/>
                  </a:cubicBezTo>
                  <a:lnTo>
                    <a:pt x="5714" y="62"/>
                  </a:lnTo>
                  <a:cubicBezTo>
                    <a:pt x="5648" y="21"/>
                    <a:pt x="5575" y="1"/>
                    <a:pt x="5501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38"/>
          <p:cNvSpPr txBox="1"/>
          <p:nvPr>
            <p:ph idx="2" type="subTitle"/>
          </p:nvPr>
        </p:nvSpPr>
        <p:spPr>
          <a:xfrm>
            <a:off x="1478099" y="1684050"/>
            <a:ext cx="60618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Cities are dependent on a small number of commercial taxpayers; need to ensure financial stability in unforeseen circumstances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Equity concerns of </a:t>
            </a:r>
            <a:r>
              <a:rPr lang="en"/>
              <a:t>systematic</a:t>
            </a:r>
            <a:r>
              <a:rPr lang="en"/>
              <a:t> undervaluation in areas negatively impacted by spatial dependence</a:t>
            </a:r>
            <a:endParaRPr/>
          </a:p>
        </p:txBody>
      </p:sp>
      <p:sp>
        <p:nvSpPr>
          <p:cNvPr id="1494" name="Google Shape;1494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and Conclusion</a:t>
            </a:r>
            <a:endParaRPr/>
          </a:p>
        </p:txBody>
      </p:sp>
      <p:sp>
        <p:nvSpPr>
          <p:cNvPr id="1495" name="Google Shape;1495;p38"/>
          <p:cNvSpPr txBox="1"/>
          <p:nvPr>
            <p:ph idx="1" type="subTitle"/>
          </p:nvPr>
        </p:nvSpPr>
        <p:spPr>
          <a:xfrm>
            <a:off x="1478100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implications</a:t>
            </a:r>
            <a:endParaRPr/>
          </a:p>
        </p:txBody>
      </p:sp>
      <p:sp>
        <p:nvSpPr>
          <p:cNvPr id="1496" name="Google Shape;1496;p38"/>
          <p:cNvSpPr/>
          <p:nvPr/>
        </p:nvSpPr>
        <p:spPr>
          <a:xfrm>
            <a:off x="7200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38"/>
          <p:cNvSpPr/>
          <p:nvPr/>
        </p:nvSpPr>
        <p:spPr>
          <a:xfrm>
            <a:off x="720000" y="30318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8" name="Google Shape;1498;p38"/>
          <p:cNvGrpSpPr/>
          <p:nvPr/>
        </p:nvGrpSpPr>
        <p:grpSpPr>
          <a:xfrm>
            <a:off x="871895" y="3202552"/>
            <a:ext cx="378111" cy="340449"/>
            <a:chOff x="4018525" y="3217325"/>
            <a:chExt cx="348875" cy="314125"/>
          </a:xfrm>
        </p:grpSpPr>
        <p:sp>
          <p:nvSpPr>
            <p:cNvPr id="1499" name="Google Shape;1499;p38"/>
            <p:cNvSpPr/>
            <p:nvPr/>
          </p:nvSpPr>
          <p:spPr>
            <a:xfrm>
              <a:off x="4078900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274" y="0"/>
                  </a:moveTo>
                  <a:cubicBezTo>
                    <a:pt x="254" y="0"/>
                    <a:pt x="234" y="3"/>
                    <a:pt x="214" y="8"/>
                  </a:cubicBezTo>
                  <a:cubicBezTo>
                    <a:pt x="82" y="8"/>
                    <a:pt x="0" y="140"/>
                    <a:pt x="0" y="312"/>
                  </a:cubicBezTo>
                  <a:lnTo>
                    <a:pt x="0" y="1276"/>
                  </a:lnTo>
                  <a:cubicBezTo>
                    <a:pt x="0" y="1408"/>
                    <a:pt x="82" y="1530"/>
                    <a:pt x="214" y="1581"/>
                  </a:cubicBezTo>
                  <a:cubicBezTo>
                    <a:pt x="376" y="1581"/>
                    <a:pt x="548" y="1449"/>
                    <a:pt x="548" y="1276"/>
                  </a:cubicBezTo>
                  <a:lnTo>
                    <a:pt x="548" y="262"/>
                  </a:lnTo>
                  <a:cubicBezTo>
                    <a:pt x="548" y="119"/>
                    <a:pt x="416" y="0"/>
                    <a:pt x="274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4108575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313" y="0"/>
                  </a:moveTo>
                  <a:cubicBezTo>
                    <a:pt x="294" y="0"/>
                    <a:pt x="275" y="3"/>
                    <a:pt x="254" y="8"/>
                  </a:cubicBezTo>
                  <a:cubicBezTo>
                    <a:pt x="123" y="8"/>
                    <a:pt x="1" y="140"/>
                    <a:pt x="1" y="312"/>
                  </a:cubicBezTo>
                  <a:lnTo>
                    <a:pt x="1" y="1276"/>
                  </a:lnTo>
                  <a:cubicBezTo>
                    <a:pt x="1" y="1408"/>
                    <a:pt x="123" y="1530"/>
                    <a:pt x="254" y="1581"/>
                  </a:cubicBezTo>
                  <a:cubicBezTo>
                    <a:pt x="417" y="1581"/>
                    <a:pt x="549" y="1449"/>
                    <a:pt x="549" y="1276"/>
                  </a:cubicBezTo>
                  <a:lnTo>
                    <a:pt x="549" y="262"/>
                  </a:lnTo>
                  <a:cubicBezTo>
                    <a:pt x="549" y="119"/>
                    <a:pt x="448" y="0"/>
                    <a:pt x="313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4093625" y="3399600"/>
              <a:ext cx="13725" cy="13375"/>
            </a:xfrm>
            <a:custGeom>
              <a:rect b="b" l="l" r="r" t="t"/>
              <a:pathLst>
                <a:path extrusionOk="0" h="535" w="549">
                  <a:moveTo>
                    <a:pt x="291" y="0"/>
                  </a:moveTo>
                  <a:cubicBezTo>
                    <a:pt x="218" y="0"/>
                    <a:pt x="139" y="20"/>
                    <a:pt x="91" y="67"/>
                  </a:cubicBezTo>
                  <a:cubicBezTo>
                    <a:pt x="0" y="108"/>
                    <a:pt x="0" y="240"/>
                    <a:pt x="0" y="362"/>
                  </a:cubicBezTo>
                  <a:cubicBezTo>
                    <a:pt x="41" y="453"/>
                    <a:pt x="173" y="534"/>
                    <a:pt x="294" y="534"/>
                  </a:cubicBezTo>
                  <a:cubicBezTo>
                    <a:pt x="426" y="534"/>
                    <a:pt x="507" y="453"/>
                    <a:pt x="548" y="321"/>
                  </a:cubicBezTo>
                  <a:cubicBezTo>
                    <a:pt x="548" y="199"/>
                    <a:pt x="507" y="67"/>
                    <a:pt x="426" y="27"/>
                  </a:cubicBezTo>
                  <a:cubicBezTo>
                    <a:pt x="393" y="10"/>
                    <a:pt x="343" y="0"/>
                    <a:pt x="291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4018525" y="3217325"/>
              <a:ext cx="290775" cy="314125"/>
            </a:xfrm>
            <a:custGeom>
              <a:rect b="b" l="l" r="r" t="t"/>
              <a:pathLst>
                <a:path extrusionOk="0" h="12565" w="11631">
                  <a:moveTo>
                    <a:pt x="10321" y="3553"/>
                  </a:moveTo>
                  <a:cubicBezTo>
                    <a:pt x="10747" y="3593"/>
                    <a:pt x="11082" y="3979"/>
                    <a:pt x="11082" y="4395"/>
                  </a:cubicBezTo>
                  <a:cubicBezTo>
                    <a:pt x="11082" y="4821"/>
                    <a:pt x="10747" y="5207"/>
                    <a:pt x="10321" y="5247"/>
                  </a:cubicBezTo>
                  <a:lnTo>
                    <a:pt x="10321" y="3553"/>
                  </a:lnTo>
                  <a:close/>
                  <a:moveTo>
                    <a:pt x="1319" y="3340"/>
                  </a:moveTo>
                  <a:lnTo>
                    <a:pt x="1319" y="5461"/>
                  </a:lnTo>
                  <a:lnTo>
                    <a:pt x="558" y="5461"/>
                  </a:lnTo>
                  <a:lnTo>
                    <a:pt x="558" y="3340"/>
                  </a:lnTo>
                  <a:close/>
                  <a:moveTo>
                    <a:pt x="4699" y="2792"/>
                  </a:moveTo>
                  <a:lnTo>
                    <a:pt x="4699" y="6049"/>
                  </a:lnTo>
                  <a:lnTo>
                    <a:pt x="1867" y="6049"/>
                  </a:lnTo>
                  <a:lnTo>
                    <a:pt x="1867" y="2792"/>
                  </a:lnTo>
                  <a:close/>
                  <a:moveTo>
                    <a:pt x="8373" y="1097"/>
                  </a:moveTo>
                  <a:lnTo>
                    <a:pt x="8373" y="7693"/>
                  </a:lnTo>
                  <a:lnTo>
                    <a:pt x="5247" y="5664"/>
                  </a:lnTo>
                  <a:lnTo>
                    <a:pt x="5247" y="3177"/>
                  </a:lnTo>
                  <a:lnTo>
                    <a:pt x="8373" y="1097"/>
                  </a:lnTo>
                  <a:close/>
                  <a:moveTo>
                    <a:pt x="9773" y="549"/>
                  </a:moveTo>
                  <a:lnTo>
                    <a:pt x="9773" y="8292"/>
                  </a:lnTo>
                  <a:lnTo>
                    <a:pt x="8931" y="8292"/>
                  </a:lnTo>
                  <a:lnTo>
                    <a:pt x="8931" y="549"/>
                  </a:lnTo>
                  <a:close/>
                  <a:moveTo>
                    <a:pt x="5247" y="8373"/>
                  </a:moveTo>
                  <a:lnTo>
                    <a:pt x="5247" y="9053"/>
                  </a:lnTo>
                  <a:lnTo>
                    <a:pt x="4658" y="9053"/>
                  </a:lnTo>
                  <a:lnTo>
                    <a:pt x="4658" y="8373"/>
                  </a:lnTo>
                  <a:close/>
                  <a:moveTo>
                    <a:pt x="4151" y="6597"/>
                  </a:moveTo>
                  <a:lnTo>
                    <a:pt x="4151" y="10991"/>
                  </a:lnTo>
                  <a:cubicBezTo>
                    <a:pt x="4151" y="11418"/>
                    <a:pt x="3897" y="11753"/>
                    <a:pt x="3552" y="11925"/>
                  </a:cubicBezTo>
                  <a:lnTo>
                    <a:pt x="3552" y="8799"/>
                  </a:lnTo>
                  <a:cubicBezTo>
                    <a:pt x="3552" y="8667"/>
                    <a:pt x="3471" y="8546"/>
                    <a:pt x="3349" y="8505"/>
                  </a:cubicBezTo>
                  <a:cubicBezTo>
                    <a:pt x="3177" y="8505"/>
                    <a:pt x="3004" y="8627"/>
                    <a:pt x="3004" y="8799"/>
                  </a:cubicBezTo>
                  <a:lnTo>
                    <a:pt x="3004" y="12006"/>
                  </a:lnTo>
                  <a:lnTo>
                    <a:pt x="2415" y="12006"/>
                  </a:lnTo>
                  <a:lnTo>
                    <a:pt x="2415" y="6597"/>
                  </a:lnTo>
                  <a:close/>
                  <a:moveTo>
                    <a:pt x="8626" y="1"/>
                  </a:moveTo>
                  <a:cubicBezTo>
                    <a:pt x="8504" y="1"/>
                    <a:pt x="8373" y="133"/>
                    <a:pt x="8373" y="254"/>
                  </a:cubicBezTo>
                  <a:lnTo>
                    <a:pt x="8373" y="468"/>
                  </a:lnTo>
                  <a:lnTo>
                    <a:pt x="5247" y="2497"/>
                  </a:lnTo>
                  <a:cubicBezTo>
                    <a:pt x="5206" y="2365"/>
                    <a:pt x="5125" y="2244"/>
                    <a:pt x="4953" y="2244"/>
                  </a:cubicBezTo>
                  <a:lnTo>
                    <a:pt x="1614" y="2244"/>
                  </a:lnTo>
                  <a:cubicBezTo>
                    <a:pt x="1441" y="2244"/>
                    <a:pt x="1319" y="2365"/>
                    <a:pt x="1319" y="2538"/>
                  </a:cubicBezTo>
                  <a:lnTo>
                    <a:pt x="1319" y="2792"/>
                  </a:lnTo>
                  <a:lnTo>
                    <a:pt x="305" y="2792"/>
                  </a:lnTo>
                  <a:cubicBezTo>
                    <a:pt x="132" y="2792"/>
                    <a:pt x="0" y="2924"/>
                    <a:pt x="0" y="3086"/>
                  </a:cubicBezTo>
                  <a:lnTo>
                    <a:pt x="0" y="5755"/>
                  </a:lnTo>
                  <a:cubicBezTo>
                    <a:pt x="0" y="5877"/>
                    <a:pt x="132" y="6009"/>
                    <a:pt x="305" y="6009"/>
                  </a:cubicBezTo>
                  <a:lnTo>
                    <a:pt x="1319" y="6009"/>
                  </a:lnTo>
                  <a:lnTo>
                    <a:pt x="1319" y="6303"/>
                  </a:lnTo>
                  <a:cubicBezTo>
                    <a:pt x="1319" y="6475"/>
                    <a:pt x="1441" y="6597"/>
                    <a:pt x="1614" y="6597"/>
                  </a:cubicBezTo>
                  <a:lnTo>
                    <a:pt x="1867" y="6597"/>
                  </a:lnTo>
                  <a:lnTo>
                    <a:pt x="1867" y="12260"/>
                  </a:lnTo>
                  <a:cubicBezTo>
                    <a:pt x="1867" y="12433"/>
                    <a:pt x="1989" y="12564"/>
                    <a:pt x="2162" y="12564"/>
                  </a:cubicBezTo>
                  <a:lnTo>
                    <a:pt x="3136" y="12564"/>
                  </a:lnTo>
                  <a:cubicBezTo>
                    <a:pt x="3978" y="12564"/>
                    <a:pt x="4658" y="11844"/>
                    <a:pt x="4658" y="10991"/>
                  </a:cubicBezTo>
                  <a:lnTo>
                    <a:pt x="4658" y="9642"/>
                  </a:lnTo>
                  <a:lnTo>
                    <a:pt x="5501" y="9642"/>
                  </a:lnTo>
                  <a:cubicBezTo>
                    <a:pt x="5673" y="9642"/>
                    <a:pt x="5795" y="9520"/>
                    <a:pt x="5795" y="9347"/>
                  </a:cubicBezTo>
                  <a:lnTo>
                    <a:pt x="5795" y="8079"/>
                  </a:lnTo>
                  <a:cubicBezTo>
                    <a:pt x="5795" y="7947"/>
                    <a:pt x="5673" y="7825"/>
                    <a:pt x="5501" y="7825"/>
                  </a:cubicBezTo>
                  <a:lnTo>
                    <a:pt x="4658" y="7825"/>
                  </a:lnTo>
                  <a:lnTo>
                    <a:pt x="4658" y="6557"/>
                  </a:lnTo>
                  <a:lnTo>
                    <a:pt x="4953" y="6557"/>
                  </a:lnTo>
                  <a:cubicBezTo>
                    <a:pt x="5074" y="6557"/>
                    <a:pt x="5206" y="6425"/>
                    <a:pt x="5206" y="6303"/>
                  </a:cubicBezTo>
                  <a:lnTo>
                    <a:pt x="8373" y="8373"/>
                  </a:lnTo>
                  <a:lnTo>
                    <a:pt x="8373" y="8546"/>
                  </a:lnTo>
                  <a:cubicBezTo>
                    <a:pt x="8373" y="8708"/>
                    <a:pt x="8504" y="8799"/>
                    <a:pt x="8626" y="8799"/>
                  </a:cubicBezTo>
                  <a:lnTo>
                    <a:pt x="10067" y="8799"/>
                  </a:lnTo>
                  <a:cubicBezTo>
                    <a:pt x="10199" y="8799"/>
                    <a:pt x="10321" y="8708"/>
                    <a:pt x="10321" y="8546"/>
                  </a:cubicBezTo>
                  <a:lnTo>
                    <a:pt x="10321" y="5795"/>
                  </a:lnTo>
                  <a:cubicBezTo>
                    <a:pt x="11042" y="5714"/>
                    <a:pt x="11630" y="5116"/>
                    <a:pt x="11630" y="4354"/>
                  </a:cubicBezTo>
                  <a:cubicBezTo>
                    <a:pt x="11630" y="3634"/>
                    <a:pt x="11042" y="3045"/>
                    <a:pt x="10321" y="2964"/>
                  </a:cubicBezTo>
                  <a:lnTo>
                    <a:pt x="10321" y="254"/>
                  </a:lnTo>
                  <a:cubicBezTo>
                    <a:pt x="10321" y="133"/>
                    <a:pt x="10199" y="1"/>
                    <a:pt x="1006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4333625" y="3273900"/>
              <a:ext cx="33775" cy="107350"/>
            </a:xfrm>
            <a:custGeom>
              <a:rect b="b" l="l" r="r" t="t"/>
              <a:pathLst>
                <a:path extrusionOk="0" h="4294" w="1351">
                  <a:moveTo>
                    <a:pt x="305" y="1"/>
                  </a:moveTo>
                  <a:cubicBezTo>
                    <a:pt x="236" y="1"/>
                    <a:pt x="173" y="21"/>
                    <a:pt x="132" y="62"/>
                  </a:cubicBezTo>
                  <a:cubicBezTo>
                    <a:pt x="0" y="194"/>
                    <a:pt x="0" y="356"/>
                    <a:pt x="132" y="447"/>
                  </a:cubicBezTo>
                  <a:cubicBezTo>
                    <a:pt x="548" y="914"/>
                    <a:pt x="802" y="1503"/>
                    <a:pt x="802" y="2132"/>
                  </a:cubicBezTo>
                  <a:cubicBezTo>
                    <a:pt x="802" y="2771"/>
                    <a:pt x="548" y="3360"/>
                    <a:pt x="132" y="3827"/>
                  </a:cubicBezTo>
                  <a:cubicBezTo>
                    <a:pt x="0" y="3908"/>
                    <a:pt x="0" y="4081"/>
                    <a:pt x="132" y="4212"/>
                  </a:cubicBezTo>
                  <a:cubicBezTo>
                    <a:pt x="173" y="4253"/>
                    <a:pt x="254" y="4294"/>
                    <a:pt x="295" y="4294"/>
                  </a:cubicBezTo>
                  <a:cubicBezTo>
                    <a:pt x="386" y="4294"/>
                    <a:pt x="467" y="4253"/>
                    <a:pt x="508" y="4212"/>
                  </a:cubicBezTo>
                  <a:cubicBezTo>
                    <a:pt x="1056" y="3654"/>
                    <a:pt x="1350" y="2944"/>
                    <a:pt x="1350" y="2132"/>
                  </a:cubicBezTo>
                  <a:cubicBezTo>
                    <a:pt x="1350" y="1330"/>
                    <a:pt x="1056" y="610"/>
                    <a:pt x="508" y="62"/>
                  </a:cubicBezTo>
                  <a:cubicBezTo>
                    <a:pt x="447" y="21"/>
                    <a:pt x="373" y="1"/>
                    <a:pt x="30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4315600" y="3292175"/>
              <a:ext cx="25400" cy="70050"/>
            </a:xfrm>
            <a:custGeom>
              <a:rect b="b" l="l" r="r" t="t"/>
              <a:pathLst>
                <a:path extrusionOk="0" h="2802" w="1016">
                  <a:moveTo>
                    <a:pt x="295" y="1"/>
                  </a:moveTo>
                  <a:cubicBezTo>
                    <a:pt x="227" y="1"/>
                    <a:pt x="153" y="31"/>
                    <a:pt x="92" y="92"/>
                  </a:cubicBezTo>
                  <a:cubicBezTo>
                    <a:pt x="1" y="183"/>
                    <a:pt x="1" y="346"/>
                    <a:pt x="92" y="478"/>
                  </a:cubicBezTo>
                  <a:cubicBezTo>
                    <a:pt x="346" y="731"/>
                    <a:pt x="468" y="1066"/>
                    <a:pt x="468" y="1401"/>
                  </a:cubicBezTo>
                  <a:cubicBezTo>
                    <a:pt x="468" y="1746"/>
                    <a:pt x="346" y="2081"/>
                    <a:pt x="92" y="2335"/>
                  </a:cubicBezTo>
                  <a:cubicBezTo>
                    <a:pt x="1" y="2467"/>
                    <a:pt x="1" y="2629"/>
                    <a:pt x="92" y="2720"/>
                  </a:cubicBezTo>
                  <a:cubicBezTo>
                    <a:pt x="133" y="2801"/>
                    <a:pt x="214" y="2801"/>
                    <a:pt x="295" y="2801"/>
                  </a:cubicBezTo>
                  <a:cubicBezTo>
                    <a:pt x="346" y="2801"/>
                    <a:pt x="427" y="2801"/>
                    <a:pt x="468" y="2720"/>
                  </a:cubicBezTo>
                  <a:cubicBezTo>
                    <a:pt x="853" y="2375"/>
                    <a:pt x="1016" y="1908"/>
                    <a:pt x="1016" y="1401"/>
                  </a:cubicBezTo>
                  <a:cubicBezTo>
                    <a:pt x="1016" y="894"/>
                    <a:pt x="853" y="437"/>
                    <a:pt x="468" y="92"/>
                  </a:cubicBezTo>
                  <a:cubicBezTo>
                    <a:pt x="427" y="31"/>
                    <a:pt x="364" y="1"/>
                    <a:pt x="29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5" name="Google Shape;1505;p38"/>
          <p:cNvSpPr txBox="1"/>
          <p:nvPr>
            <p:ph idx="4" type="subTitle"/>
          </p:nvPr>
        </p:nvSpPr>
        <p:spPr>
          <a:xfrm>
            <a:off x="1478099" y="3284100"/>
            <a:ext cx="58086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Urban </a:t>
            </a:r>
            <a:r>
              <a:rPr lang="en"/>
              <a:t>planners</a:t>
            </a:r>
            <a:r>
              <a:rPr lang="en"/>
              <a:t> can use spatial patterns to influence development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Appraisers can target high volume areas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Opportunity to improve </a:t>
            </a:r>
            <a:r>
              <a:rPr lang="en"/>
              <a:t>building</a:t>
            </a:r>
            <a:r>
              <a:rPr lang="en"/>
              <a:t> efficiency across property types, but should focus on commercial types</a:t>
            </a:r>
            <a:endParaRPr/>
          </a:p>
          <a:p>
            <a:pPr indent="-304800" lvl="1" marL="914400" rtl="0" algn="ctr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U</a:t>
            </a:r>
            <a:r>
              <a:rPr lang="en"/>
              <a:t>pdated design policies and construction regulations</a:t>
            </a:r>
            <a:endParaRPr/>
          </a:p>
        </p:txBody>
      </p:sp>
      <p:grpSp>
        <p:nvGrpSpPr>
          <p:cNvPr id="1506" name="Google Shape;1506;p38"/>
          <p:cNvGrpSpPr/>
          <p:nvPr/>
        </p:nvGrpSpPr>
        <p:grpSpPr>
          <a:xfrm>
            <a:off x="871895" y="1608050"/>
            <a:ext cx="378111" cy="377000"/>
            <a:chOff x="1027000" y="1530175"/>
            <a:chExt cx="348875" cy="347850"/>
          </a:xfrm>
        </p:grpSpPr>
        <p:sp>
          <p:nvSpPr>
            <p:cNvPr id="1507" name="Google Shape;1507;p38"/>
            <p:cNvSpPr/>
            <p:nvPr/>
          </p:nvSpPr>
          <p:spPr>
            <a:xfrm>
              <a:off x="1360900" y="1801225"/>
              <a:ext cx="14975" cy="13375"/>
            </a:xfrm>
            <a:custGeom>
              <a:rect b="b" l="l" r="r" t="t"/>
              <a:pathLst>
                <a:path extrusionOk="0" h="535" w="599">
                  <a:moveTo>
                    <a:pt x="306" y="0"/>
                  </a:moveTo>
                  <a:cubicBezTo>
                    <a:pt x="244" y="0"/>
                    <a:pt x="180" y="20"/>
                    <a:pt x="132" y="68"/>
                  </a:cubicBezTo>
                  <a:cubicBezTo>
                    <a:pt x="51" y="149"/>
                    <a:pt x="0" y="281"/>
                    <a:pt x="51" y="362"/>
                  </a:cubicBezTo>
                  <a:cubicBezTo>
                    <a:pt x="91" y="494"/>
                    <a:pt x="213" y="534"/>
                    <a:pt x="304" y="534"/>
                  </a:cubicBezTo>
                  <a:cubicBezTo>
                    <a:pt x="426" y="534"/>
                    <a:pt x="558" y="453"/>
                    <a:pt x="599" y="321"/>
                  </a:cubicBezTo>
                  <a:cubicBezTo>
                    <a:pt x="599" y="199"/>
                    <a:pt x="558" y="68"/>
                    <a:pt x="426" y="27"/>
                  </a:cubicBezTo>
                  <a:cubicBezTo>
                    <a:pt x="393" y="10"/>
                    <a:pt x="350" y="0"/>
                    <a:pt x="3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1027000" y="1703450"/>
              <a:ext cx="348875" cy="174575"/>
            </a:xfrm>
            <a:custGeom>
              <a:rect b="b" l="l" r="r" t="t"/>
              <a:pathLst>
                <a:path extrusionOk="0" h="6983" w="13955">
                  <a:moveTo>
                    <a:pt x="5288" y="559"/>
                  </a:moveTo>
                  <a:lnTo>
                    <a:pt x="4101" y="1655"/>
                  </a:lnTo>
                  <a:lnTo>
                    <a:pt x="975" y="1655"/>
                  </a:lnTo>
                  <a:lnTo>
                    <a:pt x="2152" y="559"/>
                  </a:lnTo>
                  <a:close/>
                  <a:moveTo>
                    <a:pt x="10697" y="559"/>
                  </a:moveTo>
                  <a:lnTo>
                    <a:pt x="9510" y="1655"/>
                  </a:lnTo>
                  <a:lnTo>
                    <a:pt x="8373" y="1655"/>
                  </a:lnTo>
                  <a:lnTo>
                    <a:pt x="7358" y="721"/>
                  </a:lnTo>
                  <a:lnTo>
                    <a:pt x="7571" y="559"/>
                  </a:lnTo>
                  <a:close/>
                  <a:moveTo>
                    <a:pt x="3969" y="2203"/>
                  </a:moveTo>
                  <a:lnTo>
                    <a:pt x="3969" y="6475"/>
                  </a:lnTo>
                  <a:lnTo>
                    <a:pt x="549" y="6475"/>
                  </a:lnTo>
                  <a:lnTo>
                    <a:pt x="549" y="2203"/>
                  </a:lnTo>
                  <a:close/>
                  <a:moveTo>
                    <a:pt x="6760" y="3979"/>
                  </a:moveTo>
                  <a:lnTo>
                    <a:pt x="6760" y="6475"/>
                  </a:lnTo>
                  <a:lnTo>
                    <a:pt x="5745" y="6475"/>
                  </a:lnTo>
                  <a:lnTo>
                    <a:pt x="5745" y="3979"/>
                  </a:lnTo>
                  <a:close/>
                  <a:moveTo>
                    <a:pt x="6425" y="559"/>
                  </a:moveTo>
                  <a:lnTo>
                    <a:pt x="8028" y="2030"/>
                  </a:lnTo>
                  <a:lnTo>
                    <a:pt x="8028" y="6475"/>
                  </a:lnTo>
                  <a:lnTo>
                    <a:pt x="7318" y="6475"/>
                  </a:lnTo>
                  <a:lnTo>
                    <a:pt x="7318" y="3725"/>
                  </a:lnTo>
                  <a:cubicBezTo>
                    <a:pt x="7318" y="3552"/>
                    <a:pt x="7186" y="3431"/>
                    <a:pt x="7013" y="3431"/>
                  </a:cubicBezTo>
                  <a:lnTo>
                    <a:pt x="5491" y="3431"/>
                  </a:lnTo>
                  <a:cubicBezTo>
                    <a:pt x="5329" y="3431"/>
                    <a:pt x="5197" y="3552"/>
                    <a:pt x="5197" y="3725"/>
                  </a:cubicBezTo>
                  <a:lnTo>
                    <a:pt x="5197" y="6475"/>
                  </a:lnTo>
                  <a:lnTo>
                    <a:pt x="4527" y="6475"/>
                  </a:lnTo>
                  <a:lnTo>
                    <a:pt x="4527" y="2030"/>
                  </a:lnTo>
                  <a:lnTo>
                    <a:pt x="6090" y="559"/>
                  </a:lnTo>
                  <a:close/>
                  <a:moveTo>
                    <a:pt x="9347" y="2203"/>
                  </a:moveTo>
                  <a:lnTo>
                    <a:pt x="9347" y="6475"/>
                  </a:lnTo>
                  <a:lnTo>
                    <a:pt x="8536" y="6475"/>
                  </a:lnTo>
                  <a:lnTo>
                    <a:pt x="8536" y="2203"/>
                  </a:lnTo>
                  <a:close/>
                  <a:moveTo>
                    <a:pt x="12138" y="3979"/>
                  </a:moveTo>
                  <a:lnTo>
                    <a:pt x="12138" y="6475"/>
                  </a:lnTo>
                  <a:lnTo>
                    <a:pt x="11164" y="6475"/>
                  </a:lnTo>
                  <a:lnTo>
                    <a:pt x="11164" y="3979"/>
                  </a:lnTo>
                  <a:close/>
                  <a:moveTo>
                    <a:pt x="2030" y="0"/>
                  </a:moveTo>
                  <a:cubicBezTo>
                    <a:pt x="1990" y="0"/>
                    <a:pt x="1898" y="51"/>
                    <a:pt x="1858" y="92"/>
                  </a:cubicBezTo>
                  <a:lnTo>
                    <a:pt x="82" y="1695"/>
                  </a:lnTo>
                  <a:lnTo>
                    <a:pt x="82" y="1736"/>
                  </a:lnTo>
                  <a:lnTo>
                    <a:pt x="41" y="1736"/>
                  </a:lnTo>
                  <a:lnTo>
                    <a:pt x="41" y="1776"/>
                  </a:lnTo>
                  <a:cubicBezTo>
                    <a:pt x="41" y="1776"/>
                    <a:pt x="1" y="1827"/>
                    <a:pt x="1" y="1868"/>
                  </a:cubicBezTo>
                  <a:lnTo>
                    <a:pt x="1" y="1908"/>
                  </a:lnTo>
                  <a:lnTo>
                    <a:pt x="1" y="6729"/>
                  </a:lnTo>
                  <a:cubicBezTo>
                    <a:pt x="1" y="6901"/>
                    <a:pt x="122" y="6982"/>
                    <a:pt x="295" y="6982"/>
                  </a:cubicBezTo>
                  <a:lnTo>
                    <a:pt x="13660" y="6982"/>
                  </a:lnTo>
                  <a:cubicBezTo>
                    <a:pt x="13660" y="6982"/>
                    <a:pt x="13955" y="6901"/>
                    <a:pt x="13955" y="6729"/>
                  </a:cubicBezTo>
                  <a:lnTo>
                    <a:pt x="13955" y="5420"/>
                  </a:lnTo>
                  <a:cubicBezTo>
                    <a:pt x="13955" y="5247"/>
                    <a:pt x="13823" y="5166"/>
                    <a:pt x="13660" y="5166"/>
                  </a:cubicBezTo>
                  <a:cubicBezTo>
                    <a:pt x="13529" y="5166"/>
                    <a:pt x="13407" y="5247"/>
                    <a:pt x="13407" y="5420"/>
                  </a:cubicBezTo>
                  <a:lnTo>
                    <a:pt x="13407" y="6475"/>
                  </a:lnTo>
                  <a:lnTo>
                    <a:pt x="12686" y="6475"/>
                  </a:lnTo>
                  <a:lnTo>
                    <a:pt x="12686" y="3725"/>
                  </a:lnTo>
                  <a:cubicBezTo>
                    <a:pt x="12686" y="3552"/>
                    <a:pt x="12554" y="3431"/>
                    <a:pt x="12433" y="3431"/>
                  </a:cubicBezTo>
                  <a:lnTo>
                    <a:pt x="10870" y="3431"/>
                  </a:lnTo>
                  <a:cubicBezTo>
                    <a:pt x="10738" y="3431"/>
                    <a:pt x="10616" y="3552"/>
                    <a:pt x="10616" y="3725"/>
                  </a:cubicBezTo>
                  <a:lnTo>
                    <a:pt x="10616" y="6475"/>
                  </a:lnTo>
                  <a:lnTo>
                    <a:pt x="9895" y="6475"/>
                  </a:lnTo>
                  <a:lnTo>
                    <a:pt x="9895" y="2030"/>
                  </a:lnTo>
                  <a:lnTo>
                    <a:pt x="11499" y="559"/>
                  </a:lnTo>
                  <a:lnTo>
                    <a:pt x="11793" y="559"/>
                  </a:lnTo>
                  <a:lnTo>
                    <a:pt x="13407" y="2030"/>
                  </a:lnTo>
                  <a:lnTo>
                    <a:pt x="13407" y="2964"/>
                  </a:lnTo>
                  <a:cubicBezTo>
                    <a:pt x="13407" y="2964"/>
                    <a:pt x="13529" y="3217"/>
                    <a:pt x="13660" y="3217"/>
                  </a:cubicBezTo>
                  <a:cubicBezTo>
                    <a:pt x="13823" y="3217"/>
                    <a:pt x="13955" y="3096"/>
                    <a:pt x="13955" y="2964"/>
                  </a:cubicBezTo>
                  <a:lnTo>
                    <a:pt x="13955" y="1908"/>
                  </a:lnTo>
                  <a:cubicBezTo>
                    <a:pt x="13955" y="1827"/>
                    <a:pt x="13914" y="1776"/>
                    <a:pt x="13863" y="1695"/>
                  </a:cubicBezTo>
                  <a:lnTo>
                    <a:pt x="12087" y="92"/>
                  </a:lnTo>
                  <a:cubicBezTo>
                    <a:pt x="12047" y="51"/>
                    <a:pt x="11966" y="0"/>
                    <a:pt x="11925" y="0"/>
                  </a:cubicBezTo>
                  <a:lnTo>
                    <a:pt x="7439" y="0"/>
                  </a:lnTo>
                  <a:cubicBezTo>
                    <a:pt x="7399" y="0"/>
                    <a:pt x="7318" y="51"/>
                    <a:pt x="7267" y="92"/>
                  </a:cubicBezTo>
                  <a:lnTo>
                    <a:pt x="6973" y="345"/>
                  </a:lnTo>
                  <a:lnTo>
                    <a:pt x="6678" y="92"/>
                  </a:lnTo>
                  <a:cubicBezTo>
                    <a:pt x="6638" y="51"/>
                    <a:pt x="6506" y="0"/>
                    <a:pt x="65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8"/>
            <p:cNvSpPr/>
            <p:nvPr/>
          </p:nvSpPr>
          <p:spPr>
            <a:xfrm>
              <a:off x="1060750" y="1788175"/>
              <a:ext cx="45425" cy="47475"/>
            </a:xfrm>
            <a:custGeom>
              <a:rect b="b" l="l" r="r" t="t"/>
              <a:pathLst>
                <a:path extrusionOk="0" h="1899" w="1817">
                  <a:moveTo>
                    <a:pt x="1269" y="549"/>
                  </a:moveTo>
                  <a:lnTo>
                    <a:pt x="1269" y="1351"/>
                  </a:lnTo>
                  <a:lnTo>
                    <a:pt x="548" y="1351"/>
                  </a:lnTo>
                  <a:lnTo>
                    <a:pt x="548" y="549"/>
                  </a:lnTo>
                  <a:close/>
                  <a:moveTo>
                    <a:pt x="254" y="1"/>
                  </a:moveTo>
                  <a:cubicBezTo>
                    <a:pt x="132" y="1"/>
                    <a:pt x="0" y="123"/>
                    <a:pt x="0" y="255"/>
                  </a:cubicBezTo>
                  <a:lnTo>
                    <a:pt x="0" y="1604"/>
                  </a:lnTo>
                  <a:cubicBezTo>
                    <a:pt x="0" y="1777"/>
                    <a:pt x="132" y="1899"/>
                    <a:pt x="254" y="1899"/>
                  </a:cubicBezTo>
                  <a:lnTo>
                    <a:pt x="1563" y="1899"/>
                  </a:lnTo>
                  <a:cubicBezTo>
                    <a:pt x="1695" y="1899"/>
                    <a:pt x="1817" y="1777"/>
                    <a:pt x="1817" y="1604"/>
                  </a:cubicBezTo>
                  <a:lnTo>
                    <a:pt x="1817" y="255"/>
                  </a:lnTo>
                  <a:cubicBezTo>
                    <a:pt x="1817" y="123"/>
                    <a:pt x="1695" y="1"/>
                    <a:pt x="1563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8"/>
            <p:cNvSpPr/>
            <p:nvPr/>
          </p:nvSpPr>
          <p:spPr>
            <a:xfrm>
              <a:off x="1173900" y="1566200"/>
              <a:ext cx="55075" cy="54825"/>
            </a:xfrm>
            <a:custGeom>
              <a:rect b="b" l="l" r="r" t="t"/>
              <a:pathLst>
                <a:path extrusionOk="0" h="2193" w="2203">
                  <a:moveTo>
                    <a:pt x="1097" y="507"/>
                  </a:moveTo>
                  <a:cubicBezTo>
                    <a:pt x="1391" y="507"/>
                    <a:pt x="1645" y="761"/>
                    <a:pt x="1645" y="1096"/>
                  </a:cubicBezTo>
                  <a:cubicBezTo>
                    <a:pt x="1645" y="1390"/>
                    <a:pt x="1391" y="1644"/>
                    <a:pt x="1097" y="1644"/>
                  </a:cubicBezTo>
                  <a:cubicBezTo>
                    <a:pt x="802" y="1644"/>
                    <a:pt x="549" y="1390"/>
                    <a:pt x="549" y="1096"/>
                  </a:cubicBezTo>
                  <a:cubicBezTo>
                    <a:pt x="549" y="761"/>
                    <a:pt x="802" y="507"/>
                    <a:pt x="1097" y="507"/>
                  </a:cubicBezTo>
                  <a:close/>
                  <a:moveTo>
                    <a:pt x="1097" y="0"/>
                  </a:moveTo>
                  <a:cubicBezTo>
                    <a:pt x="508" y="0"/>
                    <a:pt x="1" y="467"/>
                    <a:pt x="1" y="1096"/>
                  </a:cubicBezTo>
                  <a:cubicBezTo>
                    <a:pt x="1" y="1685"/>
                    <a:pt x="508" y="2192"/>
                    <a:pt x="1097" y="2192"/>
                  </a:cubicBezTo>
                  <a:cubicBezTo>
                    <a:pt x="1695" y="2192"/>
                    <a:pt x="2203" y="1685"/>
                    <a:pt x="2203" y="1096"/>
                  </a:cubicBezTo>
                  <a:cubicBezTo>
                    <a:pt x="2203" y="467"/>
                    <a:pt x="1695" y="0"/>
                    <a:pt x="10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8"/>
            <p:cNvSpPr/>
            <p:nvPr/>
          </p:nvSpPr>
          <p:spPr>
            <a:xfrm>
              <a:off x="1138900" y="1530175"/>
              <a:ext cx="124850" cy="157575"/>
            </a:xfrm>
            <a:custGeom>
              <a:rect b="b" l="l" r="r" t="t"/>
              <a:pathLst>
                <a:path extrusionOk="0" h="6303" w="4994">
                  <a:moveTo>
                    <a:pt x="2497" y="548"/>
                  </a:moveTo>
                  <a:cubicBezTo>
                    <a:pt x="3603" y="548"/>
                    <a:pt x="4486" y="1441"/>
                    <a:pt x="4486" y="2537"/>
                  </a:cubicBezTo>
                  <a:cubicBezTo>
                    <a:pt x="4486" y="4141"/>
                    <a:pt x="2963" y="5328"/>
                    <a:pt x="2497" y="5714"/>
                  </a:cubicBezTo>
                  <a:cubicBezTo>
                    <a:pt x="2030" y="5328"/>
                    <a:pt x="558" y="4100"/>
                    <a:pt x="558" y="2537"/>
                  </a:cubicBezTo>
                  <a:cubicBezTo>
                    <a:pt x="558" y="1441"/>
                    <a:pt x="1401" y="548"/>
                    <a:pt x="2497" y="548"/>
                  </a:cubicBezTo>
                  <a:close/>
                  <a:moveTo>
                    <a:pt x="2497" y="0"/>
                  </a:moveTo>
                  <a:cubicBezTo>
                    <a:pt x="1106" y="0"/>
                    <a:pt x="0" y="1147"/>
                    <a:pt x="0" y="2537"/>
                  </a:cubicBezTo>
                  <a:cubicBezTo>
                    <a:pt x="0" y="4699"/>
                    <a:pt x="2243" y="6221"/>
                    <a:pt x="2375" y="6262"/>
                  </a:cubicBezTo>
                  <a:cubicBezTo>
                    <a:pt x="2415" y="6302"/>
                    <a:pt x="2456" y="6302"/>
                    <a:pt x="2497" y="6302"/>
                  </a:cubicBezTo>
                  <a:cubicBezTo>
                    <a:pt x="2537" y="6302"/>
                    <a:pt x="2588" y="6302"/>
                    <a:pt x="2669" y="6262"/>
                  </a:cubicBezTo>
                  <a:cubicBezTo>
                    <a:pt x="2669" y="6262"/>
                    <a:pt x="3258" y="5876"/>
                    <a:pt x="3806" y="5247"/>
                  </a:cubicBezTo>
                  <a:cubicBezTo>
                    <a:pt x="4618" y="4394"/>
                    <a:pt x="4993" y="3430"/>
                    <a:pt x="4993" y="2537"/>
                  </a:cubicBezTo>
                  <a:cubicBezTo>
                    <a:pt x="4993" y="1147"/>
                    <a:pt x="3897" y="0"/>
                    <a:pt x="24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2" name="Google Shape;1512;p38"/>
          <p:cNvSpPr txBox="1"/>
          <p:nvPr>
            <p:ph idx="6" type="subTitle"/>
          </p:nvPr>
        </p:nvSpPr>
        <p:spPr>
          <a:xfrm>
            <a:off x="1478100" y="2851425"/>
            <a:ext cx="51657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and Development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39"/>
          <p:cNvSpPr txBox="1"/>
          <p:nvPr>
            <p:ph idx="1" type="subTitle"/>
          </p:nvPr>
        </p:nvSpPr>
        <p:spPr>
          <a:xfrm>
            <a:off x="752598" y="2157600"/>
            <a:ext cx="4379400" cy="8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QUESTIONS?</a:t>
            </a:r>
            <a:endParaRPr sz="14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AliyahSabir@my.unt.edu</a:t>
            </a:r>
            <a:endParaRPr/>
          </a:p>
        </p:txBody>
      </p:sp>
      <p:sp>
        <p:nvSpPr>
          <p:cNvPr id="1518" name="Google Shape;1518;p39"/>
          <p:cNvSpPr txBox="1"/>
          <p:nvPr>
            <p:ph type="ctrTitle"/>
          </p:nvPr>
        </p:nvSpPr>
        <p:spPr>
          <a:xfrm>
            <a:off x="752600" y="793375"/>
            <a:ext cx="43794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1519" name="Google Shape;1519;p39"/>
          <p:cNvSpPr txBox="1"/>
          <p:nvPr/>
        </p:nvSpPr>
        <p:spPr>
          <a:xfrm>
            <a:off x="715100" y="4107575"/>
            <a:ext cx="4379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Please keep this slide for attribution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20" name="Google Shape;1520;p39"/>
          <p:cNvGrpSpPr/>
          <p:nvPr/>
        </p:nvGrpSpPr>
        <p:grpSpPr>
          <a:xfrm>
            <a:off x="5216972" y="401750"/>
            <a:ext cx="4341495" cy="4912097"/>
            <a:chOff x="5216972" y="401750"/>
            <a:chExt cx="4341495" cy="4912097"/>
          </a:xfrm>
        </p:grpSpPr>
        <p:grpSp>
          <p:nvGrpSpPr>
            <p:cNvPr id="1521" name="Google Shape;1521;p39"/>
            <p:cNvGrpSpPr/>
            <p:nvPr/>
          </p:nvGrpSpPr>
          <p:grpSpPr>
            <a:xfrm>
              <a:off x="7746958" y="4107576"/>
              <a:ext cx="1620836" cy="1206271"/>
              <a:chOff x="5951675" y="3577056"/>
              <a:chExt cx="1387821" cy="1032855"/>
            </a:xfrm>
          </p:grpSpPr>
          <p:sp>
            <p:nvSpPr>
              <p:cNvPr id="1522" name="Google Shape;1522;p39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39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0999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4" name="Google Shape;1524;p39"/>
            <p:cNvGrpSpPr/>
            <p:nvPr/>
          </p:nvGrpSpPr>
          <p:grpSpPr>
            <a:xfrm>
              <a:off x="6188530" y="1770000"/>
              <a:ext cx="1954522" cy="3373503"/>
              <a:chOff x="4537475" y="1366675"/>
              <a:chExt cx="1878265" cy="3241882"/>
            </a:xfrm>
          </p:grpSpPr>
          <p:sp>
            <p:nvSpPr>
              <p:cNvPr id="1525" name="Google Shape;1525;p39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9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39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39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9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9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9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39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39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39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39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39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39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39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9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9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39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39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9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9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39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39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39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39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39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39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39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39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39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39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39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39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9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9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9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9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9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39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64" name="Google Shape;1564;p39"/>
            <p:cNvSpPr/>
            <p:nvPr/>
          </p:nvSpPr>
          <p:spPr>
            <a:xfrm>
              <a:off x="6745312" y="401750"/>
              <a:ext cx="840952" cy="1162694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28588" rotWithShape="0" algn="bl" dir="8280000" dist="2952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5" name="Google Shape;1565;p39"/>
            <p:cNvGrpSpPr/>
            <p:nvPr/>
          </p:nvGrpSpPr>
          <p:grpSpPr>
            <a:xfrm>
              <a:off x="5216972" y="996450"/>
              <a:ext cx="4341495" cy="1959215"/>
              <a:chOff x="5619422" y="1000275"/>
              <a:chExt cx="4341495" cy="1959215"/>
            </a:xfrm>
          </p:grpSpPr>
          <p:sp>
            <p:nvSpPr>
              <p:cNvPr id="1566" name="Google Shape;1566;p39"/>
              <p:cNvSpPr/>
              <p:nvPr/>
            </p:nvSpPr>
            <p:spPr>
              <a:xfrm>
                <a:off x="8545491" y="2579166"/>
                <a:ext cx="1415426" cy="380324"/>
              </a:xfrm>
              <a:custGeom>
                <a:rect b="b" l="l" r="r" t="t"/>
                <a:pathLst>
                  <a:path extrusionOk="0" h="3693" w="13744">
                    <a:moveTo>
                      <a:pt x="13743" y="3693"/>
                    </a:moveTo>
                    <a:lnTo>
                      <a:pt x="13743" y="3489"/>
                    </a:lnTo>
                    <a:cubicBezTo>
                      <a:pt x="13743" y="1555"/>
                      <a:pt x="11894" y="1"/>
                      <a:pt x="9608" y="1"/>
                    </a:cubicBezTo>
                    <a:cubicBezTo>
                      <a:pt x="7850" y="1"/>
                      <a:pt x="6359" y="943"/>
                      <a:pt x="5768" y="2230"/>
                    </a:cubicBezTo>
                    <a:cubicBezTo>
                      <a:pt x="5156" y="1674"/>
                      <a:pt x="4277" y="1323"/>
                      <a:pt x="3306" y="1323"/>
                    </a:cubicBezTo>
                    <a:cubicBezTo>
                      <a:pt x="1639" y="1323"/>
                      <a:pt x="261" y="2350"/>
                      <a:pt x="1" y="369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9"/>
              <p:cNvSpPr/>
              <p:nvPr/>
            </p:nvSpPr>
            <p:spPr>
              <a:xfrm>
                <a:off x="5619422" y="2205395"/>
                <a:ext cx="958632" cy="256898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39"/>
              <p:cNvSpPr/>
              <p:nvPr/>
            </p:nvSpPr>
            <p:spPr>
              <a:xfrm>
                <a:off x="8139346" y="1000275"/>
                <a:ext cx="657111" cy="176099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ntal Housing Marketing Plan by Slidesgo">
  <a:themeElements>
    <a:clrScheme name="Simple Light">
      <a:dk1>
        <a:srgbClr val="4C4557"/>
      </a:dk1>
      <a:lt1>
        <a:srgbClr val="BD6877"/>
      </a:lt1>
      <a:dk2>
        <a:srgbClr val="FAE9DC"/>
      </a:dk2>
      <a:lt2>
        <a:srgbClr val="F9D0C8"/>
      </a:lt2>
      <a:accent1>
        <a:srgbClr val="53A789"/>
      </a:accent1>
      <a:accent2>
        <a:srgbClr val="6BDD96"/>
      </a:accent2>
      <a:accent3>
        <a:srgbClr val="332B45"/>
      </a:accent3>
      <a:accent4>
        <a:srgbClr val="FFFFFF"/>
      </a:accent4>
      <a:accent5>
        <a:srgbClr val="FFFFFF"/>
      </a:accent5>
      <a:accent6>
        <a:srgbClr val="FFFFFF"/>
      </a:accent6>
      <a:hlink>
        <a:srgbClr val="4E49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